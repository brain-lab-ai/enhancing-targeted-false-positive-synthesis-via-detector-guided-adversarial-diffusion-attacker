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1" r:id="rId5"/>
    <p:sldId id="266" r:id="rId6"/>
    <p:sldId id="275" r:id="rId7"/>
    <p:sldId id="274" r:id="rId8"/>
    <p:sldId id="265" r:id="rId9"/>
    <p:sldId id="272" r:id="rId10"/>
    <p:sldId id="273" r:id="rId11"/>
    <p:sldId id="264" r:id="rId12"/>
    <p:sldId id="263" r:id="rId13"/>
    <p:sldId id="276" r:id="rId14"/>
    <p:sldId id="260" r:id="rId15"/>
    <p:sldId id="261" r:id="rId16"/>
    <p:sldId id="279" r:id="rId17"/>
    <p:sldId id="277" r:id="rId18"/>
    <p:sldId id="278" r:id="rId19"/>
    <p:sldId id="262" r:id="rId20"/>
    <p:sldId id="259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97"/>
  </p:normalViewPr>
  <p:slideViewPr>
    <p:cSldViewPr snapToGrid="0">
      <p:cViewPr varScale="1">
        <p:scale>
          <a:sx n="114" d="100"/>
          <a:sy n="114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79631-2D14-4BBD-90EB-092E891D9D7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A919A7-164D-4848-8709-6DD653B80334}">
      <dgm:prSet/>
      <dgm:spPr/>
      <dgm:t>
        <a:bodyPr/>
        <a:lstStyle/>
        <a:p>
          <a:r>
            <a:rPr lang="en-GB"/>
            <a:t>Colorectal cancer prevention relies on accurate </a:t>
          </a:r>
          <a:r>
            <a:rPr lang="en-GB" b="1"/>
            <a:t>polyp detection</a:t>
          </a:r>
          <a:r>
            <a:rPr lang="en-GB"/>
            <a:t>.</a:t>
          </a:r>
          <a:endParaRPr lang="en-US"/>
        </a:p>
      </dgm:t>
    </dgm:pt>
    <dgm:pt modelId="{5A3BB250-4EFA-445E-B2C2-CA81E85353AE}" type="parTrans" cxnId="{46522204-46E6-4AAA-9585-0A5ADB158A3A}">
      <dgm:prSet/>
      <dgm:spPr/>
      <dgm:t>
        <a:bodyPr/>
        <a:lstStyle/>
        <a:p>
          <a:endParaRPr lang="en-US"/>
        </a:p>
      </dgm:t>
    </dgm:pt>
    <dgm:pt modelId="{61BD761A-0722-4357-8B8D-0D625F80C356}" type="sibTrans" cxnId="{46522204-46E6-4AAA-9585-0A5ADB158A3A}">
      <dgm:prSet/>
      <dgm:spPr/>
      <dgm:t>
        <a:bodyPr/>
        <a:lstStyle/>
        <a:p>
          <a:endParaRPr lang="en-US"/>
        </a:p>
      </dgm:t>
    </dgm:pt>
    <dgm:pt modelId="{683A4328-7F3F-4FD7-B755-D734FECF5452}">
      <dgm:prSet/>
      <dgm:spPr/>
      <dgm:t>
        <a:bodyPr/>
        <a:lstStyle/>
        <a:p>
          <a:r>
            <a:rPr lang="en-GB"/>
            <a:t>However, detectors suffer from </a:t>
          </a:r>
          <a:r>
            <a:rPr lang="en-GB" b="1"/>
            <a:t>high false-positive rates</a:t>
          </a:r>
          <a:r>
            <a:rPr lang="en-GB"/>
            <a:t>.</a:t>
          </a:r>
          <a:endParaRPr lang="en-US"/>
        </a:p>
      </dgm:t>
    </dgm:pt>
    <dgm:pt modelId="{3DF6585F-E98B-4F21-93C2-99B26228851D}" type="parTrans" cxnId="{C1A08385-31FF-4DFD-8647-D56ADDA33BFE}">
      <dgm:prSet/>
      <dgm:spPr/>
      <dgm:t>
        <a:bodyPr/>
        <a:lstStyle/>
        <a:p>
          <a:endParaRPr lang="en-US"/>
        </a:p>
      </dgm:t>
    </dgm:pt>
    <dgm:pt modelId="{DD1B8F8E-742C-48D8-92DF-B4B1F41904CD}" type="sibTrans" cxnId="{C1A08385-31FF-4DFD-8647-D56ADDA33BFE}">
      <dgm:prSet/>
      <dgm:spPr/>
      <dgm:t>
        <a:bodyPr/>
        <a:lstStyle/>
        <a:p>
          <a:endParaRPr lang="en-US"/>
        </a:p>
      </dgm:t>
    </dgm:pt>
    <dgm:pt modelId="{19390B17-5561-4EE9-9C69-87A526FBBAFD}">
      <dgm:prSet/>
      <dgm:spPr/>
      <dgm:t>
        <a:bodyPr/>
        <a:lstStyle/>
        <a:p>
          <a:r>
            <a:rPr lang="en-GB"/>
            <a:t>Background patterns (folds, shadows, highlights) often </a:t>
          </a:r>
          <a:r>
            <a:rPr lang="en-GB" b="1"/>
            <a:t>mimic polyps</a:t>
          </a:r>
          <a:r>
            <a:rPr lang="en-GB"/>
            <a:t>.</a:t>
          </a:r>
          <a:endParaRPr lang="en-US"/>
        </a:p>
      </dgm:t>
    </dgm:pt>
    <dgm:pt modelId="{2C13D239-3BB8-45E8-B0A9-D1AF903F3E72}" type="parTrans" cxnId="{2F0FD710-604F-4627-A6B9-390A496B899B}">
      <dgm:prSet/>
      <dgm:spPr/>
      <dgm:t>
        <a:bodyPr/>
        <a:lstStyle/>
        <a:p>
          <a:endParaRPr lang="en-US"/>
        </a:p>
      </dgm:t>
    </dgm:pt>
    <dgm:pt modelId="{B007353C-B293-4F90-960B-819A664383F5}" type="sibTrans" cxnId="{2F0FD710-604F-4627-A6B9-390A496B899B}">
      <dgm:prSet/>
      <dgm:spPr/>
      <dgm:t>
        <a:bodyPr/>
        <a:lstStyle/>
        <a:p>
          <a:endParaRPr lang="en-US"/>
        </a:p>
      </dgm:t>
    </dgm:pt>
    <dgm:pt modelId="{60690637-CCEE-4EF5-BE8B-88C881559585}">
      <dgm:prSet/>
      <dgm:spPr/>
      <dgm:t>
        <a:bodyPr/>
        <a:lstStyle/>
        <a:p>
          <a:r>
            <a:rPr lang="en-GB"/>
            <a:t>Existing augmentation methods mostly generate </a:t>
          </a:r>
          <a:r>
            <a:rPr lang="en-GB" b="1"/>
            <a:t>positive samples</a:t>
          </a:r>
          <a:r>
            <a:rPr lang="en-GB"/>
            <a:t>, not </a:t>
          </a:r>
          <a:r>
            <a:rPr lang="en-GB" b="1"/>
            <a:t>challenging negatives</a:t>
          </a:r>
          <a:r>
            <a:rPr lang="en-GB"/>
            <a:t>.</a:t>
          </a:r>
          <a:endParaRPr lang="en-US"/>
        </a:p>
      </dgm:t>
    </dgm:pt>
    <dgm:pt modelId="{F45A86AB-3F83-4EF2-B9F9-F91D24F65FB6}" type="parTrans" cxnId="{48F3AC08-6687-42F6-A627-9EC8604DACBE}">
      <dgm:prSet/>
      <dgm:spPr/>
      <dgm:t>
        <a:bodyPr/>
        <a:lstStyle/>
        <a:p>
          <a:endParaRPr lang="en-US"/>
        </a:p>
      </dgm:t>
    </dgm:pt>
    <dgm:pt modelId="{62F5AEC4-055B-418A-9EEC-389C618F7ED8}" type="sibTrans" cxnId="{48F3AC08-6687-42F6-A627-9EC8604DACBE}">
      <dgm:prSet/>
      <dgm:spPr/>
      <dgm:t>
        <a:bodyPr/>
        <a:lstStyle/>
        <a:p>
          <a:endParaRPr lang="en-US"/>
        </a:p>
      </dgm:t>
    </dgm:pt>
    <dgm:pt modelId="{0BDCC5A5-D803-8E49-AC87-1E0014C9F270}" type="pres">
      <dgm:prSet presAssocID="{ACF79631-2D14-4BBD-90EB-092E891D9D7A}" presName="vert0" presStyleCnt="0">
        <dgm:presLayoutVars>
          <dgm:dir/>
          <dgm:animOne val="branch"/>
          <dgm:animLvl val="lvl"/>
        </dgm:presLayoutVars>
      </dgm:prSet>
      <dgm:spPr/>
    </dgm:pt>
    <dgm:pt modelId="{2F368F4A-8638-1346-BC4E-BE0996346025}" type="pres">
      <dgm:prSet presAssocID="{A8A919A7-164D-4848-8709-6DD653B80334}" presName="thickLine" presStyleLbl="alignNode1" presStyleIdx="0" presStyleCnt="4"/>
      <dgm:spPr/>
    </dgm:pt>
    <dgm:pt modelId="{2530057C-2456-6249-ACE6-A096D8B9D56C}" type="pres">
      <dgm:prSet presAssocID="{A8A919A7-164D-4848-8709-6DD653B80334}" presName="horz1" presStyleCnt="0"/>
      <dgm:spPr/>
    </dgm:pt>
    <dgm:pt modelId="{221A6846-D475-D84E-8DC7-88D5ACC25E8A}" type="pres">
      <dgm:prSet presAssocID="{A8A919A7-164D-4848-8709-6DD653B80334}" presName="tx1" presStyleLbl="revTx" presStyleIdx="0" presStyleCnt="4"/>
      <dgm:spPr/>
    </dgm:pt>
    <dgm:pt modelId="{88B75DB7-13AA-924C-AC18-B0022AE91C6E}" type="pres">
      <dgm:prSet presAssocID="{A8A919A7-164D-4848-8709-6DD653B80334}" presName="vert1" presStyleCnt="0"/>
      <dgm:spPr/>
    </dgm:pt>
    <dgm:pt modelId="{91929E5E-9DF0-A04C-A1F2-C49C11F4C5B0}" type="pres">
      <dgm:prSet presAssocID="{683A4328-7F3F-4FD7-B755-D734FECF5452}" presName="thickLine" presStyleLbl="alignNode1" presStyleIdx="1" presStyleCnt="4"/>
      <dgm:spPr/>
    </dgm:pt>
    <dgm:pt modelId="{915A952A-777D-6A42-8BE8-FB36FB8FA901}" type="pres">
      <dgm:prSet presAssocID="{683A4328-7F3F-4FD7-B755-D734FECF5452}" presName="horz1" presStyleCnt="0"/>
      <dgm:spPr/>
    </dgm:pt>
    <dgm:pt modelId="{5F5A10CE-6470-074E-8827-CC8B4DB85DB7}" type="pres">
      <dgm:prSet presAssocID="{683A4328-7F3F-4FD7-B755-D734FECF5452}" presName="tx1" presStyleLbl="revTx" presStyleIdx="1" presStyleCnt="4"/>
      <dgm:spPr/>
    </dgm:pt>
    <dgm:pt modelId="{E3FB2AF6-AE19-C349-90B0-C1476C18119C}" type="pres">
      <dgm:prSet presAssocID="{683A4328-7F3F-4FD7-B755-D734FECF5452}" presName="vert1" presStyleCnt="0"/>
      <dgm:spPr/>
    </dgm:pt>
    <dgm:pt modelId="{E7D236B0-DC39-844C-9D55-6BBC5558B59C}" type="pres">
      <dgm:prSet presAssocID="{19390B17-5561-4EE9-9C69-87A526FBBAFD}" presName="thickLine" presStyleLbl="alignNode1" presStyleIdx="2" presStyleCnt="4"/>
      <dgm:spPr/>
    </dgm:pt>
    <dgm:pt modelId="{E80A4386-E1FE-F849-A55C-7FE92CCD911E}" type="pres">
      <dgm:prSet presAssocID="{19390B17-5561-4EE9-9C69-87A526FBBAFD}" presName="horz1" presStyleCnt="0"/>
      <dgm:spPr/>
    </dgm:pt>
    <dgm:pt modelId="{3D7C090D-6A72-0F41-804C-398F5E6843AD}" type="pres">
      <dgm:prSet presAssocID="{19390B17-5561-4EE9-9C69-87A526FBBAFD}" presName="tx1" presStyleLbl="revTx" presStyleIdx="2" presStyleCnt="4"/>
      <dgm:spPr/>
    </dgm:pt>
    <dgm:pt modelId="{B613E5F1-E20D-2141-AC3D-3DFC49F3D1E3}" type="pres">
      <dgm:prSet presAssocID="{19390B17-5561-4EE9-9C69-87A526FBBAFD}" presName="vert1" presStyleCnt="0"/>
      <dgm:spPr/>
    </dgm:pt>
    <dgm:pt modelId="{E7ADC309-CC6B-FE44-AE89-D509CDCD8896}" type="pres">
      <dgm:prSet presAssocID="{60690637-CCEE-4EF5-BE8B-88C881559585}" presName="thickLine" presStyleLbl="alignNode1" presStyleIdx="3" presStyleCnt="4"/>
      <dgm:spPr/>
    </dgm:pt>
    <dgm:pt modelId="{1C7A94AA-7ADB-6547-826D-7B7361AFDD73}" type="pres">
      <dgm:prSet presAssocID="{60690637-CCEE-4EF5-BE8B-88C881559585}" presName="horz1" presStyleCnt="0"/>
      <dgm:spPr/>
    </dgm:pt>
    <dgm:pt modelId="{D776007A-33DC-A948-9861-6758334E6931}" type="pres">
      <dgm:prSet presAssocID="{60690637-CCEE-4EF5-BE8B-88C881559585}" presName="tx1" presStyleLbl="revTx" presStyleIdx="3" presStyleCnt="4"/>
      <dgm:spPr/>
    </dgm:pt>
    <dgm:pt modelId="{03A158FC-29FB-AA4D-913E-A9B64714C70E}" type="pres">
      <dgm:prSet presAssocID="{60690637-CCEE-4EF5-BE8B-88C881559585}" presName="vert1" presStyleCnt="0"/>
      <dgm:spPr/>
    </dgm:pt>
  </dgm:ptLst>
  <dgm:cxnLst>
    <dgm:cxn modelId="{46522204-46E6-4AAA-9585-0A5ADB158A3A}" srcId="{ACF79631-2D14-4BBD-90EB-092E891D9D7A}" destId="{A8A919A7-164D-4848-8709-6DD653B80334}" srcOrd="0" destOrd="0" parTransId="{5A3BB250-4EFA-445E-B2C2-CA81E85353AE}" sibTransId="{61BD761A-0722-4357-8B8D-0D625F80C356}"/>
    <dgm:cxn modelId="{48F3AC08-6687-42F6-A627-9EC8604DACBE}" srcId="{ACF79631-2D14-4BBD-90EB-092E891D9D7A}" destId="{60690637-CCEE-4EF5-BE8B-88C881559585}" srcOrd="3" destOrd="0" parTransId="{F45A86AB-3F83-4EF2-B9F9-F91D24F65FB6}" sibTransId="{62F5AEC4-055B-418A-9EEC-389C618F7ED8}"/>
    <dgm:cxn modelId="{2F0FD710-604F-4627-A6B9-390A496B899B}" srcId="{ACF79631-2D14-4BBD-90EB-092E891D9D7A}" destId="{19390B17-5561-4EE9-9C69-87A526FBBAFD}" srcOrd="2" destOrd="0" parTransId="{2C13D239-3BB8-45E8-B0A9-D1AF903F3E72}" sibTransId="{B007353C-B293-4F90-960B-819A664383F5}"/>
    <dgm:cxn modelId="{399B7316-59DA-6948-84AC-E6856BCAF295}" type="presOf" srcId="{A8A919A7-164D-4848-8709-6DD653B80334}" destId="{221A6846-D475-D84E-8DC7-88D5ACC25E8A}" srcOrd="0" destOrd="0" presId="urn:microsoft.com/office/officeart/2008/layout/LinedList"/>
    <dgm:cxn modelId="{75DEF154-BA88-B94D-ABBA-2101610077BF}" type="presOf" srcId="{683A4328-7F3F-4FD7-B755-D734FECF5452}" destId="{5F5A10CE-6470-074E-8827-CC8B4DB85DB7}" srcOrd="0" destOrd="0" presId="urn:microsoft.com/office/officeart/2008/layout/LinedList"/>
    <dgm:cxn modelId="{C1A08385-31FF-4DFD-8647-D56ADDA33BFE}" srcId="{ACF79631-2D14-4BBD-90EB-092E891D9D7A}" destId="{683A4328-7F3F-4FD7-B755-D734FECF5452}" srcOrd="1" destOrd="0" parTransId="{3DF6585F-E98B-4F21-93C2-99B26228851D}" sibTransId="{DD1B8F8E-742C-48D8-92DF-B4B1F41904CD}"/>
    <dgm:cxn modelId="{EF8D9DD1-C27C-DF48-A947-96EC0B5BEBC9}" type="presOf" srcId="{60690637-CCEE-4EF5-BE8B-88C881559585}" destId="{D776007A-33DC-A948-9861-6758334E6931}" srcOrd="0" destOrd="0" presId="urn:microsoft.com/office/officeart/2008/layout/LinedList"/>
    <dgm:cxn modelId="{6CE45CDF-98BD-184C-A438-48F6929A59BE}" type="presOf" srcId="{19390B17-5561-4EE9-9C69-87A526FBBAFD}" destId="{3D7C090D-6A72-0F41-804C-398F5E6843AD}" srcOrd="0" destOrd="0" presId="urn:microsoft.com/office/officeart/2008/layout/LinedList"/>
    <dgm:cxn modelId="{69FBCCF1-445E-0347-851C-267BDFF1BBDA}" type="presOf" srcId="{ACF79631-2D14-4BBD-90EB-092E891D9D7A}" destId="{0BDCC5A5-D803-8E49-AC87-1E0014C9F270}" srcOrd="0" destOrd="0" presId="urn:microsoft.com/office/officeart/2008/layout/LinedList"/>
    <dgm:cxn modelId="{05C73A56-7B9B-324B-ABEB-B06773CF81FB}" type="presParOf" srcId="{0BDCC5A5-D803-8E49-AC87-1E0014C9F270}" destId="{2F368F4A-8638-1346-BC4E-BE0996346025}" srcOrd="0" destOrd="0" presId="urn:microsoft.com/office/officeart/2008/layout/LinedList"/>
    <dgm:cxn modelId="{6CD1ECD6-D664-7846-9B9F-AB95BA3FEAF2}" type="presParOf" srcId="{0BDCC5A5-D803-8E49-AC87-1E0014C9F270}" destId="{2530057C-2456-6249-ACE6-A096D8B9D56C}" srcOrd="1" destOrd="0" presId="urn:microsoft.com/office/officeart/2008/layout/LinedList"/>
    <dgm:cxn modelId="{DD57CEF5-DD06-784E-887B-3D67A7CDA648}" type="presParOf" srcId="{2530057C-2456-6249-ACE6-A096D8B9D56C}" destId="{221A6846-D475-D84E-8DC7-88D5ACC25E8A}" srcOrd="0" destOrd="0" presId="urn:microsoft.com/office/officeart/2008/layout/LinedList"/>
    <dgm:cxn modelId="{22198A7E-EAB0-BD4F-AC45-2AA1614BB847}" type="presParOf" srcId="{2530057C-2456-6249-ACE6-A096D8B9D56C}" destId="{88B75DB7-13AA-924C-AC18-B0022AE91C6E}" srcOrd="1" destOrd="0" presId="urn:microsoft.com/office/officeart/2008/layout/LinedList"/>
    <dgm:cxn modelId="{B4523D46-239F-384D-B2D9-FBDCE6245C0E}" type="presParOf" srcId="{0BDCC5A5-D803-8E49-AC87-1E0014C9F270}" destId="{91929E5E-9DF0-A04C-A1F2-C49C11F4C5B0}" srcOrd="2" destOrd="0" presId="urn:microsoft.com/office/officeart/2008/layout/LinedList"/>
    <dgm:cxn modelId="{7D4D2C4B-D20F-3E4D-B835-44733CE7FA2F}" type="presParOf" srcId="{0BDCC5A5-D803-8E49-AC87-1E0014C9F270}" destId="{915A952A-777D-6A42-8BE8-FB36FB8FA901}" srcOrd="3" destOrd="0" presId="urn:microsoft.com/office/officeart/2008/layout/LinedList"/>
    <dgm:cxn modelId="{BCC484E3-C408-A247-8E82-247625E62F2D}" type="presParOf" srcId="{915A952A-777D-6A42-8BE8-FB36FB8FA901}" destId="{5F5A10CE-6470-074E-8827-CC8B4DB85DB7}" srcOrd="0" destOrd="0" presId="urn:microsoft.com/office/officeart/2008/layout/LinedList"/>
    <dgm:cxn modelId="{AEC524F0-EA75-AB4C-A4E8-D3FF163DFEEC}" type="presParOf" srcId="{915A952A-777D-6A42-8BE8-FB36FB8FA901}" destId="{E3FB2AF6-AE19-C349-90B0-C1476C18119C}" srcOrd="1" destOrd="0" presId="urn:microsoft.com/office/officeart/2008/layout/LinedList"/>
    <dgm:cxn modelId="{8A8F8602-D145-484A-AEBE-21B4D7E9E40E}" type="presParOf" srcId="{0BDCC5A5-D803-8E49-AC87-1E0014C9F270}" destId="{E7D236B0-DC39-844C-9D55-6BBC5558B59C}" srcOrd="4" destOrd="0" presId="urn:microsoft.com/office/officeart/2008/layout/LinedList"/>
    <dgm:cxn modelId="{0605359E-A77A-7D40-8D83-5A8F725652AA}" type="presParOf" srcId="{0BDCC5A5-D803-8E49-AC87-1E0014C9F270}" destId="{E80A4386-E1FE-F849-A55C-7FE92CCD911E}" srcOrd="5" destOrd="0" presId="urn:microsoft.com/office/officeart/2008/layout/LinedList"/>
    <dgm:cxn modelId="{5537FFFB-6857-C94C-AFF7-67424108630A}" type="presParOf" srcId="{E80A4386-E1FE-F849-A55C-7FE92CCD911E}" destId="{3D7C090D-6A72-0F41-804C-398F5E6843AD}" srcOrd="0" destOrd="0" presId="urn:microsoft.com/office/officeart/2008/layout/LinedList"/>
    <dgm:cxn modelId="{EAB46804-E4AE-4545-9683-1EA7F725A065}" type="presParOf" srcId="{E80A4386-E1FE-F849-A55C-7FE92CCD911E}" destId="{B613E5F1-E20D-2141-AC3D-3DFC49F3D1E3}" srcOrd="1" destOrd="0" presId="urn:microsoft.com/office/officeart/2008/layout/LinedList"/>
    <dgm:cxn modelId="{79E70A29-1139-E748-A7D5-F2E69C1C2353}" type="presParOf" srcId="{0BDCC5A5-D803-8E49-AC87-1E0014C9F270}" destId="{E7ADC309-CC6B-FE44-AE89-D509CDCD8896}" srcOrd="6" destOrd="0" presId="urn:microsoft.com/office/officeart/2008/layout/LinedList"/>
    <dgm:cxn modelId="{A1292B38-DB9C-904A-BF29-74E2A86C930A}" type="presParOf" srcId="{0BDCC5A5-D803-8E49-AC87-1E0014C9F270}" destId="{1C7A94AA-7ADB-6547-826D-7B7361AFDD73}" srcOrd="7" destOrd="0" presId="urn:microsoft.com/office/officeart/2008/layout/LinedList"/>
    <dgm:cxn modelId="{F91DDCA1-3E89-D648-91C2-F742A909B5FD}" type="presParOf" srcId="{1C7A94AA-7ADB-6547-826D-7B7361AFDD73}" destId="{D776007A-33DC-A948-9861-6758334E6931}" srcOrd="0" destOrd="0" presId="urn:microsoft.com/office/officeart/2008/layout/LinedList"/>
    <dgm:cxn modelId="{ECE6B13C-5B8E-634D-99E9-710F9A636254}" type="presParOf" srcId="{1C7A94AA-7ADB-6547-826D-7B7361AFDD73}" destId="{03A158FC-29FB-AA4D-913E-A9B64714C7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7BEC83-5364-4581-A706-B43035AD1E3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52F4272-7E6B-4945-ABA1-2030F0F8238B}">
      <dgm:prSet/>
      <dgm:spPr/>
      <dgm:t>
        <a:bodyPr/>
        <a:lstStyle/>
        <a:p>
          <a:r>
            <a:rPr lang="en-GB" b="1"/>
            <a:t>Existing Approaches</a:t>
          </a:r>
          <a:endParaRPr lang="en-US"/>
        </a:p>
      </dgm:t>
    </dgm:pt>
    <dgm:pt modelId="{0557B0AB-E8B9-4CAF-8FAD-6B272ABE7163}" type="parTrans" cxnId="{8F6F3A3F-C5B5-4A40-BA89-643E3BADB529}">
      <dgm:prSet/>
      <dgm:spPr/>
      <dgm:t>
        <a:bodyPr/>
        <a:lstStyle/>
        <a:p>
          <a:endParaRPr lang="en-US"/>
        </a:p>
      </dgm:t>
    </dgm:pt>
    <dgm:pt modelId="{915BEB9E-F3C6-4A2F-88DB-36033BE6A570}" type="sibTrans" cxnId="{8F6F3A3F-C5B5-4A40-BA89-643E3BADB529}">
      <dgm:prSet/>
      <dgm:spPr/>
      <dgm:t>
        <a:bodyPr/>
        <a:lstStyle/>
        <a:p>
          <a:endParaRPr lang="en-US"/>
        </a:p>
      </dgm:t>
    </dgm:pt>
    <dgm:pt modelId="{78114E5E-760C-4925-9B1C-635F28FFD295}">
      <dgm:prSet/>
      <dgm:spPr/>
      <dgm:t>
        <a:bodyPr/>
        <a:lstStyle/>
        <a:p>
          <a:r>
            <a:rPr lang="en-GB"/>
            <a:t>GAN-based synthetic polyp generation (pix2pix, DS-GAN, ControlPolypNet)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focus on generating positive samples</a:t>
          </a:r>
          <a:endParaRPr lang="en-US"/>
        </a:p>
      </dgm:t>
    </dgm:pt>
    <dgm:pt modelId="{491AE0E5-234F-40DE-8B86-FD14961BA5AC}" type="parTrans" cxnId="{A0D9265A-0C88-4FDC-9908-3BB917F5F91D}">
      <dgm:prSet/>
      <dgm:spPr/>
      <dgm:t>
        <a:bodyPr/>
        <a:lstStyle/>
        <a:p>
          <a:endParaRPr lang="en-US"/>
        </a:p>
      </dgm:t>
    </dgm:pt>
    <dgm:pt modelId="{28004C88-94DA-4F76-8451-F7DD6702EFFB}" type="sibTrans" cxnId="{A0D9265A-0C88-4FDC-9908-3BB917F5F91D}">
      <dgm:prSet/>
      <dgm:spPr/>
      <dgm:t>
        <a:bodyPr/>
        <a:lstStyle/>
        <a:p>
          <a:endParaRPr lang="en-US"/>
        </a:p>
      </dgm:t>
    </dgm:pt>
    <dgm:pt modelId="{6D33349C-D9CB-4DEC-8779-2BE06C31327C}">
      <dgm:prSet/>
      <dgm:spPr/>
      <dgm:t>
        <a:bodyPr/>
        <a:lstStyle/>
        <a:p>
          <a:r>
            <a:rPr lang="en-GB"/>
            <a:t>Adversarial attacks for robustness (APGD, FAB).</a:t>
          </a:r>
          <a:endParaRPr lang="en-US"/>
        </a:p>
      </dgm:t>
    </dgm:pt>
    <dgm:pt modelId="{D7444296-8367-4183-846D-C872F0F31897}" type="parTrans" cxnId="{E1046A6B-E03E-45F8-B40F-E34E713383CC}">
      <dgm:prSet/>
      <dgm:spPr/>
      <dgm:t>
        <a:bodyPr/>
        <a:lstStyle/>
        <a:p>
          <a:endParaRPr lang="en-US"/>
        </a:p>
      </dgm:t>
    </dgm:pt>
    <dgm:pt modelId="{7EE92D6F-36CB-4970-B4C0-F26D4DFA908E}" type="sibTrans" cxnId="{E1046A6B-E03E-45F8-B40F-E34E713383CC}">
      <dgm:prSet/>
      <dgm:spPr/>
      <dgm:t>
        <a:bodyPr/>
        <a:lstStyle/>
        <a:p>
          <a:endParaRPr lang="en-US"/>
        </a:p>
      </dgm:t>
    </dgm:pt>
    <dgm:pt modelId="{DD265468-7132-4948-87D2-BA95B647715D}">
      <dgm:prSet/>
      <dgm:spPr/>
      <dgm:t>
        <a:bodyPr/>
        <a:lstStyle/>
        <a:p>
          <a:r>
            <a:rPr lang="en-GB"/>
            <a:t>Inpainting models (Repaint, LaMa).</a:t>
          </a:r>
          <a:endParaRPr lang="en-US"/>
        </a:p>
      </dgm:t>
    </dgm:pt>
    <dgm:pt modelId="{67840A57-8956-420B-AC69-67B24B4D2964}" type="parTrans" cxnId="{ABB79D4B-35BC-4EC3-94BE-B7D27ABAF742}">
      <dgm:prSet/>
      <dgm:spPr/>
      <dgm:t>
        <a:bodyPr/>
        <a:lstStyle/>
        <a:p>
          <a:endParaRPr lang="en-US"/>
        </a:p>
      </dgm:t>
    </dgm:pt>
    <dgm:pt modelId="{1996EEDB-9ED6-4034-9D3F-686BFE9BEB98}" type="sibTrans" cxnId="{ABB79D4B-35BC-4EC3-94BE-B7D27ABAF742}">
      <dgm:prSet/>
      <dgm:spPr/>
      <dgm:t>
        <a:bodyPr/>
        <a:lstStyle/>
        <a:p>
          <a:endParaRPr lang="en-US"/>
        </a:p>
      </dgm:t>
    </dgm:pt>
    <dgm:pt modelId="{D3F1A7FD-0F82-4756-A7AC-5C8AE9D2484E}">
      <dgm:prSet/>
      <dgm:spPr/>
      <dgm:t>
        <a:bodyPr/>
        <a:lstStyle/>
        <a:p>
          <a:r>
            <a:rPr lang="en-GB" b="1"/>
            <a:t>Gaps in Literature</a:t>
          </a:r>
          <a:endParaRPr lang="en-US"/>
        </a:p>
      </dgm:t>
    </dgm:pt>
    <dgm:pt modelId="{8482D710-9260-4F87-A3DC-C9A2888D8BBD}" type="parTrans" cxnId="{97E39D36-5A77-442D-95A2-0337E4498E90}">
      <dgm:prSet/>
      <dgm:spPr/>
      <dgm:t>
        <a:bodyPr/>
        <a:lstStyle/>
        <a:p>
          <a:endParaRPr lang="en-US"/>
        </a:p>
      </dgm:t>
    </dgm:pt>
    <dgm:pt modelId="{0C6B8BCA-0A02-4BED-B148-9EB33CA9A9BA}" type="sibTrans" cxnId="{97E39D36-5A77-442D-95A2-0337E4498E90}">
      <dgm:prSet/>
      <dgm:spPr/>
      <dgm:t>
        <a:bodyPr/>
        <a:lstStyle/>
        <a:p>
          <a:endParaRPr lang="en-US"/>
        </a:p>
      </dgm:t>
    </dgm:pt>
    <dgm:pt modelId="{253F724B-CE11-45B6-94AA-18F1606F2309}">
      <dgm:prSet/>
      <dgm:spPr/>
      <dgm:t>
        <a:bodyPr/>
        <a:lstStyle/>
        <a:p>
          <a:r>
            <a:rPr lang="en-GB"/>
            <a:t>Most methods </a:t>
          </a:r>
          <a:r>
            <a:rPr lang="en-GB" b="1"/>
            <a:t>ignore negative samples</a:t>
          </a:r>
          <a:r>
            <a:rPr lang="en-GB"/>
            <a:t>.</a:t>
          </a:r>
          <a:endParaRPr lang="en-US"/>
        </a:p>
      </dgm:t>
    </dgm:pt>
    <dgm:pt modelId="{C6D668E0-FF2E-4E8B-B275-BBD5C4C67A43}" type="parTrans" cxnId="{FFA8DE3E-0E9B-42C4-B5B2-27FA4FB5EF10}">
      <dgm:prSet/>
      <dgm:spPr/>
      <dgm:t>
        <a:bodyPr/>
        <a:lstStyle/>
        <a:p>
          <a:endParaRPr lang="en-US"/>
        </a:p>
      </dgm:t>
    </dgm:pt>
    <dgm:pt modelId="{4F1DFBA2-2E5F-47B2-90DE-E33E05898F84}" type="sibTrans" cxnId="{FFA8DE3E-0E9B-42C4-B5B2-27FA4FB5EF10}">
      <dgm:prSet/>
      <dgm:spPr/>
      <dgm:t>
        <a:bodyPr/>
        <a:lstStyle/>
        <a:p>
          <a:endParaRPr lang="en-US"/>
        </a:p>
      </dgm:t>
    </dgm:pt>
    <dgm:pt modelId="{E27ADB0E-C962-40B3-955F-25F6E6D8A3A9}">
      <dgm:prSet/>
      <dgm:spPr/>
      <dgm:t>
        <a:bodyPr/>
        <a:lstStyle/>
        <a:p>
          <a:r>
            <a:rPr lang="en-GB"/>
            <a:t>No prior work on </a:t>
          </a:r>
          <a:r>
            <a:rPr lang="en-GB" b="1"/>
            <a:t>targeted false-positive synthesis</a:t>
          </a:r>
          <a:r>
            <a:rPr lang="en-GB"/>
            <a:t>.</a:t>
          </a:r>
          <a:endParaRPr lang="en-US"/>
        </a:p>
      </dgm:t>
    </dgm:pt>
    <dgm:pt modelId="{FB590264-7BAA-4E9D-B11D-DAB74B7510AB}" type="parTrans" cxnId="{1ED3CA26-E16F-4B96-9DC5-B877993CE9C1}">
      <dgm:prSet/>
      <dgm:spPr/>
      <dgm:t>
        <a:bodyPr/>
        <a:lstStyle/>
        <a:p>
          <a:endParaRPr lang="en-US"/>
        </a:p>
      </dgm:t>
    </dgm:pt>
    <dgm:pt modelId="{A56D20BF-E8C0-45A9-9522-79A1D9AE88A0}" type="sibTrans" cxnId="{1ED3CA26-E16F-4B96-9DC5-B877993CE9C1}">
      <dgm:prSet/>
      <dgm:spPr/>
      <dgm:t>
        <a:bodyPr/>
        <a:lstStyle/>
        <a:p>
          <a:endParaRPr lang="en-US"/>
        </a:p>
      </dgm:t>
    </dgm:pt>
    <dgm:pt modelId="{5F9B6E9A-2D81-454B-A8D7-865DB1C9E012}">
      <dgm:prSet/>
      <dgm:spPr/>
      <dgm:t>
        <a:bodyPr/>
        <a:lstStyle/>
        <a:p>
          <a:r>
            <a:rPr lang="en-GB"/>
            <a:t>Limited realism and poor control over generated patterns.</a:t>
          </a:r>
          <a:endParaRPr lang="en-US"/>
        </a:p>
      </dgm:t>
    </dgm:pt>
    <dgm:pt modelId="{30EE47A9-67B4-43E3-B8D5-7DCF885EFC8D}" type="parTrans" cxnId="{C8635741-979B-470E-8C1E-C89B56BB61BA}">
      <dgm:prSet/>
      <dgm:spPr/>
      <dgm:t>
        <a:bodyPr/>
        <a:lstStyle/>
        <a:p>
          <a:endParaRPr lang="en-US"/>
        </a:p>
      </dgm:t>
    </dgm:pt>
    <dgm:pt modelId="{51EB83EA-3CE0-45AF-A424-5FF1C41E267C}" type="sibTrans" cxnId="{C8635741-979B-470E-8C1E-C89B56BB61BA}">
      <dgm:prSet/>
      <dgm:spPr/>
      <dgm:t>
        <a:bodyPr/>
        <a:lstStyle/>
        <a:p>
          <a:endParaRPr lang="en-US"/>
        </a:p>
      </dgm:t>
    </dgm:pt>
    <dgm:pt modelId="{A3FD23BF-C81C-6540-A943-AC30F7B5E619}" type="pres">
      <dgm:prSet presAssocID="{0E7BEC83-5364-4581-A706-B43035AD1E3A}" presName="vert0" presStyleCnt="0">
        <dgm:presLayoutVars>
          <dgm:dir/>
          <dgm:animOne val="branch"/>
          <dgm:animLvl val="lvl"/>
        </dgm:presLayoutVars>
      </dgm:prSet>
      <dgm:spPr/>
    </dgm:pt>
    <dgm:pt modelId="{CDEF668C-7924-0949-A73B-749BE83F093A}" type="pres">
      <dgm:prSet presAssocID="{052F4272-7E6B-4945-ABA1-2030F0F8238B}" presName="thickLine" presStyleLbl="alignNode1" presStyleIdx="0" presStyleCnt="2"/>
      <dgm:spPr/>
    </dgm:pt>
    <dgm:pt modelId="{EB08FE94-6FC6-8243-A93D-94BA9684CC40}" type="pres">
      <dgm:prSet presAssocID="{052F4272-7E6B-4945-ABA1-2030F0F8238B}" presName="horz1" presStyleCnt="0"/>
      <dgm:spPr/>
    </dgm:pt>
    <dgm:pt modelId="{69C1AAC4-FC96-A14E-8E52-D918EE3F95D3}" type="pres">
      <dgm:prSet presAssocID="{052F4272-7E6B-4945-ABA1-2030F0F8238B}" presName="tx1" presStyleLbl="revTx" presStyleIdx="0" presStyleCnt="8"/>
      <dgm:spPr/>
    </dgm:pt>
    <dgm:pt modelId="{59AAC869-DB02-8D42-B158-CF0D34F39A9A}" type="pres">
      <dgm:prSet presAssocID="{052F4272-7E6B-4945-ABA1-2030F0F8238B}" presName="vert1" presStyleCnt="0"/>
      <dgm:spPr/>
    </dgm:pt>
    <dgm:pt modelId="{FD94F776-9D6A-964C-867F-0E9ABAD9B919}" type="pres">
      <dgm:prSet presAssocID="{78114E5E-760C-4925-9B1C-635F28FFD295}" presName="vertSpace2a" presStyleCnt="0"/>
      <dgm:spPr/>
    </dgm:pt>
    <dgm:pt modelId="{14BDFE60-B3D0-B348-AA5A-0D19703EF7A2}" type="pres">
      <dgm:prSet presAssocID="{78114E5E-760C-4925-9B1C-635F28FFD295}" presName="horz2" presStyleCnt="0"/>
      <dgm:spPr/>
    </dgm:pt>
    <dgm:pt modelId="{97E5022E-FD33-1849-B2E5-35861591FB4B}" type="pres">
      <dgm:prSet presAssocID="{78114E5E-760C-4925-9B1C-635F28FFD295}" presName="horzSpace2" presStyleCnt="0"/>
      <dgm:spPr/>
    </dgm:pt>
    <dgm:pt modelId="{D572518D-3C33-B846-8920-DE3A48487AF0}" type="pres">
      <dgm:prSet presAssocID="{78114E5E-760C-4925-9B1C-635F28FFD295}" presName="tx2" presStyleLbl="revTx" presStyleIdx="1" presStyleCnt="8"/>
      <dgm:spPr/>
    </dgm:pt>
    <dgm:pt modelId="{C8CC5C6C-2C39-3548-A86F-03E599C608A7}" type="pres">
      <dgm:prSet presAssocID="{78114E5E-760C-4925-9B1C-635F28FFD295}" presName="vert2" presStyleCnt="0"/>
      <dgm:spPr/>
    </dgm:pt>
    <dgm:pt modelId="{F657E565-5CE3-7448-BFF8-5CB7F6603C6E}" type="pres">
      <dgm:prSet presAssocID="{78114E5E-760C-4925-9B1C-635F28FFD295}" presName="thinLine2b" presStyleLbl="callout" presStyleIdx="0" presStyleCnt="6"/>
      <dgm:spPr/>
    </dgm:pt>
    <dgm:pt modelId="{A9D7C2BC-0717-E741-9627-5CD0905FA26D}" type="pres">
      <dgm:prSet presAssocID="{78114E5E-760C-4925-9B1C-635F28FFD295}" presName="vertSpace2b" presStyleCnt="0"/>
      <dgm:spPr/>
    </dgm:pt>
    <dgm:pt modelId="{5B5494B4-1108-AF43-BBE2-EC62FD4F0ACD}" type="pres">
      <dgm:prSet presAssocID="{6D33349C-D9CB-4DEC-8779-2BE06C31327C}" presName="horz2" presStyleCnt="0"/>
      <dgm:spPr/>
    </dgm:pt>
    <dgm:pt modelId="{54B167E8-0EDB-F94A-BCD6-098DAECE5348}" type="pres">
      <dgm:prSet presAssocID="{6D33349C-D9CB-4DEC-8779-2BE06C31327C}" presName="horzSpace2" presStyleCnt="0"/>
      <dgm:spPr/>
    </dgm:pt>
    <dgm:pt modelId="{332DCD72-2292-D44F-BD45-B5D8DC838125}" type="pres">
      <dgm:prSet presAssocID="{6D33349C-D9CB-4DEC-8779-2BE06C31327C}" presName="tx2" presStyleLbl="revTx" presStyleIdx="2" presStyleCnt="8"/>
      <dgm:spPr/>
    </dgm:pt>
    <dgm:pt modelId="{93267A80-946D-EB4F-B292-591640F3267F}" type="pres">
      <dgm:prSet presAssocID="{6D33349C-D9CB-4DEC-8779-2BE06C31327C}" presName="vert2" presStyleCnt="0"/>
      <dgm:spPr/>
    </dgm:pt>
    <dgm:pt modelId="{A8C59BAF-59CD-7F49-8D03-5D4ED1334AB4}" type="pres">
      <dgm:prSet presAssocID="{6D33349C-D9CB-4DEC-8779-2BE06C31327C}" presName="thinLine2b" presStyleLbl="callout" presStyleIdx="1" presStyleCnt="6"/>
      <dgm:spPr/>
    </dgm:pt>
    <dgm:pt modelId="{AF79B59D-A585-0B4E-9E28-31EAE5AECFBF}" type="pres">
      <dgm:prSet presAssocID="{6D33349C-D9CB-4DEC-8779-2BE06C31327C}" presName="vertSpace2b" presStyleCnt="0"/>
      <dgm:spPr/>
    </dgm:pt>
    <dgm:pt modelId="{C52A0465-34C5-C34E-B471-5E5F8F7E9015}" type="pres">
      <dgm:prSet presAssocID="{DD265468-7132-4948-87D2-BA95B647715D}" presName="horz2" presStyleCnt="0"/>
      <dgm:spPr/>
    </dgm:pt>
    <dgm:pt modelId="{F2C5D481-8FE0-A54F-BE4A-A383BA59D42A}" type="pres">
      <dgm:prSet presAssocID="{DD265468-7132-4948-87D2-BA95B647715D}" presName="horzSpace2" presStyleCnt="0"/>
      <dgm:spPr/>
    </dgm:pt>
    <dgm:pt modelId="{941FD217-47EF-C548-B1CA-75DD64D78999}" type="pres">
      <dgm:prSet presAssocID="{DD265468-7132-4948-87D2-BA95B647715D}" presName="tx2" presStyleLbl="revTx" presStyleIdx="3" presStyleCnt="8"/>
      <dgm:spPr/>
    </dgm:pt>
    <dgm:pt modelId="{4B46AE02-7BCB-CF40-95FA-F3CCA88349AC}" type="pres">
      <dgm:prSet presAssocID="{DD265468-7132-4948-87D2-BA95B647715D}" presName="vert2" presStyleCnt="0"/>
      <dgm:spPr/>
    </dgm:pt>
    <dgm:pt modelId="{19B44A77-623F-894A-B124-31B2879364AB}" type="pres">
      <dgm:prSet presAssocID="{DD265468-7132-4948-87D2-BA95B647715D}" presName="thinLine2b" presStyleLbl="callout" presStyleIdx="2" presStyleCnt="6"/>
      <dgm:spPr/>
    </dgm:pt>
    <dgm:pt modelId="{F4CD2627-8948-4E4A-8766-CBD3E9845915}" type="pres">
      <dgm:prSet presAssocID="{DD265468-7132-4948-87D2-BA95B647715D}" presName="vertSpace2b" presStyleCnt="0"/>
      <dgm:spPr/>
    </dgm:pt>
    <dgm:pt modelId="{C0D8CEAD-710B-DE41-A6A3-0637D9057E35}" type="pres">
      <dgm:prSet presAssocID="{D3F1A7FD-0F82-4756-A7AC-5C8AE9D2484E}" presName="thickLine" presStyleLbl="alignNode1" presStyleIdx="1" presStyleCnt="2"/>
      <dgm:spPr/>
    </dgm:pt>
    <dgm:pt modelId="{EC09C7A3-6184-1942-82D3-74873A29F838}" type="pres">
      <dgm:prSet presAssocID="{D3F1A7FD-0F82-4756-A7AC-5C8AE9D2484E}" presName="horz1" presStyleCnt="0"/>
      <dgm:spPr/>
    </dgm:pt>
    <dgm:pt modelId="{7EAA2CFA-1188-2347-AA5A-0710293AE33D}" type="pres">
      <dgm:prSet presAssocID="{D3F1A7FD-0F82-4756-A7AC-5C8AE9D2484E}" presName="tx1" presStyleLbl="revTx" presStyleIdx="4" presStyleCnt="8"/>
      <dgm:spPr/>
    </dgm:pt>
    <dgm:pt modelId="{D4F61275-4B2C-1D45-8654-2A10EED76FAC}" type="pres">
      <dgm:prSet presAssocID="{D3F1A7FD-0F82-4756-A7AC-5C8AE9D2484E}" presName="vert1" presStyleCnt="0"/>
      <dgm:spPr/>
    </dgm:pt>
    <dgm:pt modelId="{6CA6CDD0-1DA9-054B-B3DC-905FDA753919}" type="pres">
      <dgm:prSet presAssocID="{253F724B-CE11-45B6-94AA-18F1606F2309}" presName="vertSpace2a" presStyleCnt="0"/>
      <dgm:spPr/>
    </dgm:pt>
    <dgm:pt modelId="{3179D271-4297-F841-B026-B5CEA94B0280}" type="pres">
      <dgm:prSet presAssocID="{253F724B-CE11-45B6-94AA-18F1606F2309}" presName="horz2" presStyleCnt="0"/>
      <dgm:spPr/>
    </dgm:pt>
    <dgm:pt modelId="{C9FB4854-6DED-7646-B78D-37A793EE1C41}" type="pres">
      <dgm:prSet presAssocID="{253F724B-CE11-45B6-94AA-18F1606F2309}" presName="horzSpace2" presStyleCnt="0"/>
      <dgm:spPr/>
    </dgm:pt>
    <dgm:pt modelId="{78F97F09-A19F-CF4A-A5D1-22ECC1E12696}" type="pres">
      <dgm:prSet presAssocID="{253F724B-CE11-45B6-94AA-18F1606F2309}" presName="tx2" presStyleLbl="revTx" presStyleIdx="5" presStyleCnt="8"/>
      <dgm:spPr/>
    </dgm:pt>
    <dgm:pt modelId="{4F526085-700E-6A40-B92F-B6F0C078C453}" type="pres">
      <dgm:prSet presAssocID="{253F724B-CE11-45B6-94AA-18F1606F2309}" presName="vert2" presStyleCnt="0"/>
      <dgm:spPr/>
    </dgm:pt>
    <dgm:pt modelId="{1D8C6F62-A832-294A-A070-2E94159D9712}" type="pres">
      <dgm:prSet presAssocID="{253F724B-CE11-45B6-94AA-18F1606F2309}" presName="thinLine2b" presStyleLbl="callout" presStyleIdx="3" presStyleCnt="6"/>
      <dgm:spPr/>
    </dgm:pt>
    <dgm:pt modelId="{0DBDA804-188A-2843-83D5-A31C26FE99BD}" type="pres">
      <dgm:prSet presAssocID="{253F724B-CE11-45B6-94AA-18F1606F2309}" presName="vertSpace2b" presStyleCnt="0"/>
      <dgm:spPr/>
    </dgm:pt>
    <dgm:pt modelId="{11914898-322B-DB45-B4E7-A6AE1FB301C9}" type="pres">
      <dgm:prSet presAssocID="{E27ADB0E-C962-40B3-955F-25F6E6D8A3A9}" presName="horz2" presStyleCnt="0"/>
      <dgm:spPr/>
    </dgm:pt>
    <dgm:pt modelId="{39354578-B050-8E4C-B240-51DECBEDD442}" type="pres">
      <dgm:prSet presAssocID="{E27ADB0E-C962-40B3-955F-25F6E6D8A3A9}" presName="horzSpace2" presStyleCnt="0"/>
      <dgm:spPr/>
    </dgm:pt>
    <dgm:pt modelId="{2DFDD235-0995-A44B-B919-CFC48418BB35}" type="pres">
      <dgm:prSet presAssocID="{E27ADB0E-C962-40B3-955F-25F6E6D8A3A9}" presName="tx2" presStyleLbl="revTx" presStyleIdx="6" presStyleCnt="8"/>
      <dgm:spPr/>
    </dgm:pt>
    <dgm:pt modelId="{05745E22-209D-D345-9ED7-08C5F17C09A8}" type="pres">
      <dgm:prSet presAssocID="{E27ADB0E-C962-40B3-955F-25F6E6D8A3A9}" presName="vert2" presStyleCnt="0"/>
      <dgm:spPr/>
    </dgm:pt>
    <dgm:pt modelId="{21046DAF-9773-A545-AF0B-222AE0AEC8DA}" type="pres">
      <dgm:prSet presAssocID="{E27ADB0E-C962-40B3-955F-25F6E6D8A3A9}" presName="thinLine2b" presStyleLbl="callout" presStyleIdx="4" presStyleCnt="6"/>
      <dgm:spPr/>
    </dgm:pt>
    <dgm:pt modelId="{DC72D1AC-4D81-CF43-8EC4-FDF88BC4A73D}" type="pres">
      <dgm:prSet presAssocID="{E27ADB0E-C962-40B3-955F-25F6E6D8A3A9}" presName="vertSpace2b" presStyleCnt="0"/>
      <dgm:spPr/>
    </dgm:pt>
    <dgm:pt modelId="{4C1E4644-0427-3A45-9033-BFC2E7E5D9CE}" type="pres">
      <dgm:prSet presAssocID="{5F9B6E9A-2D81-454B-A8D7-865DB1C9E012}" presName="horz2" presStyleCnt="0"/>
      <dgm:spPr/>
    </dgm:pt>
    <dgm:pt modelId="{BB247CEE-A96D-F84B-9F5D-119DB8D27497}" type="pres">
      <dgm:prSet presAssocID="{5F9B6E9A-2D81-454B-A8D7-865DB1C9E012}" presName="horzSpace2" presStyleCnt="0"/>
      <dgm:spPr/>
    </dgm:pt>
    <dgm:pt modelId="{F0F771B7-7871-FA41-87D8-6F585AB06275}" type="pres">
      <dgm:prSet presAssocID="{5F9B6E9A-2D81-454B-A8D7-865DB1C9E012}" presName="tx2" presStyleLbl="revTx" presStyleIdx="7" presStyleCnt="8"/>
      <dgm:spPr/>
    </dgm:pt>
    <dgm:pt modelId="{284C87AE-B2A3-8243-B8B4-A48AD524C6A6}" type="pres">
      <dgm:prSet presAssocID="{5F9B6E9A-2D81-454B-A8D7-865DB1C9E012}" presName="vert2" presStyleCnt="0"/>
      <dgm:spPr/>
    </dgm:pt>
    <dgm:pt modelId="{849AB48B-1948-A449-886F-D8628C158F6F}" type="pres">
      <dgm:prSet presAssocID="{5F9B6E9A-2D81-454B-A8D7-865DB1C9E012}" presName="thinLine2b" presStyleLbl="callout" presStyleIdx="5" presStyleCnt="6"/>
      <dgm:spPr/>
    </dgm:pt>
    <dgm:pt modelId="{B4998E68-89F2-FF4D-9743-D70F56E132E1}" type="pres">
      <dgm:prSet presAssocID="{5F9B6E9A-2D81-454B-A8D7-865DB1C9E012}" presName="vertSpace2b" presStyleCnt="0"/>
      <dgm:spPr/>
    </dgm:pt>
  </dgm:ptLst>
  <dgm:cxnLst>
    <dgm:cxn modelId="{1ED3CA26-E16F-4B96-9DC5-B877993CE9C1}" srcId="{D3F1A7FD-0F82-4756-A7AC-5C8AE9D2484E}" destId="{E27ADB0E-C962-40B3-955F-25F6E6D8A3A9}" srcOrd="1" destOrd="0" parTransId="{FB590264-7BAA-4E9D-B11D-DAB74B7510AB}" sibTransId="{A56D20BF-E8C0-45A9-9522-79A1D9AE88A0}"/>
    <dgm:cxn modelId="{82254330-7642-6242-BD97-34D991216183}" type="presOf" srcId="{052F4272-7E6B-4945-ABA1-2030F0F8238B}" destId="{69C1AAC4-FC96-A14E-8E52-D918EE3F95D3}" srcOrd="0" destOrd="0" presId="urn:microsoft.com/office/officeart/2008/layout/LinedList"/>
    <dgm:cxn modelId="{E3B94C35-6A32-4848-B65F-620616D2A637}" type="presOf" srcId="{E27ADB0E-C962-40B3-955F-25F6E6D8A3A9}" destId="{2DFDD235-0995-A44B-B919-CFC48418BB35}" srcOrd="0" destOrd="0" presId="urn:microsoft.com/office/officeart/2008/layout/LinedList"/>
    <dgm:cxn modelId="{97E39D36-5A77-442D-95A2-0337E4498E90}" srcId="{0E7BEC83-5364-4581-A706-B43035AD1E3A}" destId="{D3F1A7FD-0F82-4756-A7AC-5C8AE9D2484E}" srcOrd="1" destOrd="0" parTransId="{8482D710-9260-4F87-A3DC-C9A2888D8BBD}" sibTransId="{0C6B8BCA-0A02-4BED-B148-9EB33CA9A9BA}"/>
    <dgm:cxn modelId="{667C7438-C9C1-A942-8613-624709CEE89F}" type="presOf" srcId="{D3F1A7FD-0F82-4756-A7AC-5C8AE9D2484E}" destId="{7EAA2CFA-1188-2347-AA5A-0710293AE33D}" srcOrd="0" destOrd="0" presId="urn:microsoft.com/office/officeart/2008/layout/LinedList"/>
    <dgm:cxn modelId="{FFA8DE3E-0E9B-42C4-B5B2-27FA4FB5EF10}" srcId="{D3F1A7FD-0F82-4756-A7AC-5C8AE9D2484E}" destId="{253F724B-CE11-45B6-94AA-18F1606F2309}" srcOrd="0" destOrd="0" parTransId="{C6D668E0-FF2E-4E8B-B275-BBD5C4C67A43}" sibTransId="{4F1DFBA2-2E5F-47B2-90DE-E33E05898F84}"/>
    <dgm:cxn modelId="{8F6F3A3F-C5B5-4A40-BA89-643E3BADB529}" srcId="{0E7BEC83-5364-4581-A706-B43035AD1E3A}" destId="{052F4272-7E6B-4945-ABA1-2030F0F8238B}" srcOrd="0" destOrd="0" parTransId="{0557B0AB-E8B9-4CAF-8FAD-6B272ABE7163}" sibTransId="{915BEB9E-F3C6-4A2F-88DB-36033BE6A570}"/>
    <dgm:cxn modelId="{C8635741-979B-470E-8C1E-C89B56BB61BA}" srcId="{D3F1A7FD-0F82-4756-A7AC-5C8AE9D2484E}" destId="{5F9B6E9A-2D81-454B-A8D7-865DB1C9E012}" srcOrd="2" destOrd="0" parTransId="{30EE47A9-67B4-43E3-B8D5-7DCF885EFC8D}" sibTransId="{51EB83EA-3CE0-45AF-A424-5FF1C41E267C}"/>
    <dgm:cxn modelId="{ABB79D4B-35BC-4EC3-94BE-B7D27ABAF742}" srcId="{052F4272-7E6B-4945-ABA1-2030F0F8238B}" destId="{DD265468-7132-4948-87D2-BA95B647715D}" srcOrd="2" destOrd="0" parTransId="{67840A57-8956-420B-AC69-67B24B4D2964}" sibTransId="{1996EEDB-9ED6-4034-9D3F-686BFE9BEB98}"/>
    <dgm:cxn modelId="{31CA3F4F-FF48-204A-B613-02018D11265D}" type="presOf" srcId="{6D33349C-D9CB-4DEC-8779-2BE06C31327C}" destId="{332DCD72-2292-D44F-BD45-B5D8DC838125}" srcOrd="0" destOrd="0" presId="urn:microsoft.com/office/officeart/2008/layout/LinedList"/>
    <dgm:cxn modelId="{A0D9265A-0C88-4FDC-9908-3BB917F5F91D}" srcId="{052F4272-7E6B-4945-ABA1-2030F0F8238B}" destId="{78114E5E-760C-4925-9B1C-635F28FFD295}" srcOrd="0" destOrd="0" parTransId="{491AE0E5-234F-40DE-8B86-FD14961BA5AC}" sibTransId="{28004C88-94DA-4F76-8451-F7DD6702EFFB}"/>
    <dgm:cxn modelId="{3675FA66-4107-2A4E-B6BA-F43B5B81F8F7}" type="presOf" srcId="{5F9B6E9A-2D81-454B-A8D7-865DB1C9E012}" destId="{F0F771B7-7871-FA41-87D8-6F585AB06275}" srcOrd="0" destOrd="0" presId="urn:microsoft.com/office/officeart/2008/layout/LinedList"/>
    <dgm:cxn modelId="{E1046A6B-E03E-45F8-B40F-E34E713383CC}" srcId="{052F4272-7E6B-4945-ABA1-2030F0F8238B}" destId="{6D33349C-D9CB-4DEC-8779-2BE06C31327C}" srcOrd="1" destOrd="0" parTransId="{D7444296-8367-4183-846D-C872F0F31897}" sibTransId="{7EE92D6F-36CB-4970-B4C0-F26D4DFA908E}"/>
    <dgm:cxn modelId="{08DF9F89-41E2-F24B-A329-7D9F138853D4}" type="presOf" srcId="{DD265468-7132-4948-87D2-BA95B647715D}" destId="{941FD217-47EF-C548-B1CA-75DD64D78999}" srcOrd="0" destOrd="0" presId="urn:microsoft.com/office/officeart/2008/layout/LinedList"/>
    <dgm:cxn modelId="{33D87EBF-EB5F-2545-A09C-7BDBD1390FB0}" type="presOf" srcId="{0E7BEC83-5364-4581-A706-B43035AD1E3A}" destId="{A3FD23BF-C81C-6540-A943-AC30F7B5E619}" srcOrd="0" destOrd="0" presId="urn:microsoft.com/office/officeart/2008/layout/LinedList"/>
    <dgm:cxn modelId="{9C2C70EF-9BFC-594B-900A-44D0E6A904C8}" type="presOf" srcId="{253F724B-CE11-45B6-94AA-18F1606F2309}" destId="{78F97F09-A19F-CF4A-A5D1-22ECC1E12696}" srcOrd="0" destOrd="0" presId="urn:microsoft.com/office/officeart/2008/layout/LinedList"/>
    <dgm:cxn modelId="{3E4A5CFF-E83B-474C-B438-76E9248D6D8A}" type="presOf" srcId="{78114E5E-760C-4925-9B1C-635F28FFD295}" destId="{D572518D-3C33-B846-8920-DE3A48487AF0}" srcOrd="0" destOrd="0" presId="urn:microsoft.com/office/officeart/2008/layout/LinedList"/>
    <dgm:cxn modelId="{4DBF16B7-C3F0-0D4C-9386-E4E9BD8AAABD}" type="presParOf" srcId="{A3FD23BF-C81C-6540-A943-AC30F7B5E619}" destId="{CDEF668C-7924-0949-A73B-749BE83F093A}" srcOrd="0" destOrd="0" presId="urn:microsoft.com/office/officeart/2008/layout/LinedList"/>
    <dgm:cxn modelId="{F4B31C29-27A3-6D48-8B12-6D1141F014BD}" type="presParOf" srcId="{A3FD23BF-C81C-6540-A943-AC30F7B5E619}" destId="{EB08FE94-6FC6-8243-A93D-94BA9684CC40}" srcOrd="1" destOrd="0" presId="urn:microsoft.com/office/officeart/2008/layout/LinedList"/>
    <dgm:cxn modelId="{9F04EA75-BD14-B143-A09F-80296F97B370}" type="presParOf" srcId="{EB08FE94-6FC6-8243-A93D-94BA9684CC40}" destId="{69C1AAC4-FC96-A14E-8E52-D918EE3F95D3}" srcOrd="0" destOrd="0" presId="urn:microsoft.com/office/officeart/2008/layout/LinedList"/>
    <dgm:cxn modelId="{3E1B4919-9116-9F47-889F-08B6BA59B088}" type="presParOf" srcId="{EB08FE94-6FC6-8243-A93D-94BA9684CC40}" destId="{59AAC869-DB02-8D42-B158-CF0D34F39A9A}" srcOrd="1" destOrd="0" presId="urn:microsoft.com/office/officeart/2008/layout/LinedList"/>
    <dgm:cxn modelId="{9D5B0735-A031-554F-9EF2-A5FF84B02F72}" type="presParOf" srcId="{59AAC869-DB02-8D42-B158-CF0D34F39A9A}" destId="{FD94F776-9D6A-964C-867F-0E9ABAD9B919}" srcOrd="0" destOrd="0" presId="urn:microsoft.com/office/officeart/2008/layout/LinedList"/>
    <dgm:cxn modelId="{986259B7-FFF6-9B4D-A398-21908CF68D6A}" type="presParOf" srcId="{59AAC869-DB02-8D42-B158-CF0D34F39A9A}" destId="{14BDFE60-B3D0-B348-AA5A-0D19703EF7A2}" srcOrd="1" destOrd="0" presId="urn:microsoft.com/office/officeart/2008/layout/LinedList"/>
    <dgm:cxn modelId="{5E5F9D9A-7843-6042-84B1-F3AC1E28D92F}" type="presParOf" srcId="{14BDFE60-B3D0-B348-AA5A-0D19703EF7A2}" destId="{97E5022E-FD33-1849-B2E5-35861591FB4B}" srcOrd="0" destOrd="0" presId="urn:microsoft.com/office/officeart/2008/layout/LinedList"/>
    <dgm:cxn modelId="{7ECC0838-6DB3-1E4E-9F03-9934821BBD4C}" type="presParOf" srcId="{14BDFE60-B3D0-B348-AA5A-0D19703EF7A2}" destId="{D572518D-3C33-B846-8920-DE3A48487AF0}" srcOrd="1" destOrd="0" presId="urn:microsoft.com/office/officeart/2008/layout/LinedList"/>
    <dgm:cxn modelId="{B7B8F4BD-8796-194D-9D0D-6C8D5F2AEAFB}" type="presParOf" srcId="{14BDFE60-B3D0-B348-AA5A-0D19703EF7A2}" destId="{C8CC5C6C-2C39-3548-A86F-03E599C608A7}" srcOrd="2" destOrd="0" presId="urn:microsoft.com/office/officeart/2008/layout/LinedList"/>
    <dgm:cxn modelId="{8C575790-9918-D142-81D9-F73B0FBC1B72}" type="presParOf" srcId="{59AAC869-DB02-8D42-B158-CF0D34F39A9A}" destId="{F657E565-5CE3-7448-BFF8-5CB7F6603C6E}" srcOrd="2" destOrd="0" presId="urn:microsoft.com/office/officeart/2008/layout/LinedList"/>
    <dgm:cxn modelId="{8E9870EB-08AD-2441-87A7-33536CF6DC25}" type="presParOf" srcId="{59AAC869-DB02-8D42-B158-CF0D34F39A9A}" destId="{A9D7C2BC-0717-E741-9627-5CD0905FA26D}" srcOrd="3" destOrd="0" presId="urn:microsoft.com/office/officeart/2008/layout/LinedList"/>
    <dgm:cxn modelId="{0892AA46-F9D6-254E-A24A-628395653986}" type="presParOf" srcId="{59AAC869-DB02-8D42-B158-CF0D34F39A9A}" destId="{5B5494B4-1108-AF43-BBE2-EC62FD4F0ACD}" srcOrd="4" destOrd="0" presId="urn:microsoft.com/office/officeart/2008/layout/LinedList"/>
    <dgm:cxn modelId="{90D2DC58-D7D0-9F4E-A610-AEF8FFA2AF8F}" type="presParOf" srcId="{5B5494B4-1108-AF43-BBE2-EC62FD4F0ACD}" destId="{54B167E8-0EDB-F94A-BCD6-098DAECE5348}" srcOrd="0" destOrd="0" presId="urn:microsoft.com/office/officeart/2008/layout/LinedList"/>
    <dgm:cxn modelId="{DF4DAE3E-3D17-5E48-892C-FD94B736A3FB}" type="presParOf" srcId="{5B5494B4-1108-AF43-BBE2-EC62FD4F0ACD}" destId="{332DCD72-2292-D44F-BD45-B5D8DC838125}" srcOrd="1" destOrd="0" presId="urn:microsoft.com/office/officeart/2008/layout/LinedList"/>
    <dgm:cxn modelId="{F4A5962D-DB9B-D143-8E0A-52B5FCABA7C7}" type="presParOf" srcId="{5B5494B4-1108-AF43-BBE2-EC62FD4F0ACD}" destId="{93267A80-946D-EB4F-B292-591640F3267F}" srcOrd="2" destOrd="0" presId="urn:microsoft.com/office/officeart/2008/layout/LinedList"/>
    <dgm:cxn modelId="{D0069441-E8B2-3A4F-8656-C58F3C110112}" type="presParOf" srcId="{59AAC869-DB02-8D42-B158-CF0D34F39A9A}" destId="{A8C59BAF-59CD-7F49-8D03-5D4ED1334AB4}" srcOrd="5" destOrd="0" presId="urn:microsoft.com/office/officeart/2008/layout/LinedList"/>
    <dgm:cxn modelId="{4797D966-6AF6-9A4D-97E6-681CB9E6BF2D}" type="presParOf" srcId="{59AAC869-DB02-8D42-B158-CF0D34F39A9A}" destId="{AF79B59D-A585-0B4E-9E28-31EAE5AECFBF}" srcOrd="6" destOrd="0" presId="urn:microsoft.com/office/officeart/2008/layout/LinedList"/>
    <dgm:cxn modelId="{76A81BA6-887E-5540-B488-4B9119B9E62A}" type="presParOf" srcId="{59AAC869-DB02-8D42-B158-CF0D34F39A9A}" destId="{C52A0465-34C5-C34E-B471-5E5F8F7E9015}" srcOrd="7" destOrd="0" presId="urn:microsoft.com/office/officeart/2008/layout/LinedList"/>
    <dgm:cxn modelId="{B29797F0-F365-C649-95A1-9FD3F7CAE28D}" type="presParOf" srcId="{C52A0465-34C5-C34E-B471-5E5F8F7E9015}" destId="{F2C5D481-8FE0-A54F-BE4A-A383BA59D42A}" srcOrd="0" destOrd="0" presId="urn:microsoft.com/office/officeart/2008/layout/LinedList"/>
    <dgm:cxn modelId="{BD067B17-51CC-5E4A-92B1-651E394B8734}" type="presParOf" srcId="{C52A0465-34C5-C34E-B471-5E5F8F7E9015}" destId="{941FD217-47EF-C548-B1CA-75DD64D78999}" srcOrd="1" destOrd="0" presId="urn:microsoft.com/office/officeart/2008/layout/LinedList"/>
    <dgm:cxn modelId="{98B0004C-ED14-AE44-BDC9-13CE509D0294}" type="presParOf" srcId="{C52A0465-34C5-C34E-B471-5E5F8F7E9015}" destId="{4B46AE02-7BCB-CF40-95FA-F3CCA88349AC}" srcOrd="2" destOrd="0" presId="urn:microsoft.com/office/officeart/2008/layout/LinedList"/>
    <dgm:cxn modelId="{A003B4D8-9B56-2744-A7E6-D55FF15F5894}" type="presParOf" srcId="{59AAC869-DB02-8D42-B158-CF0D34F39A9A}" destId="{19B44A77-623F-894A-B124-31B2879364AB}" srcOrd="8" destOrd="0" presId="urn:microsoft.com/office/officeart/2008/layout/LinedList"/>
    <dgm:cxn modelId="{A1E93169-5936-2D4C-849D-390EF337E3BC}" type="presParOf" srcId="{59AAC869-DB02-8D42-B158-CF0D34F39A9A}" destId="{F4CD2627-8948-4E4A-8766-CBD3E9845915}" srcOrd="9" destOrd="0" presId="urn:microsoft.com/office/officeart/2008/layout/LinedList"/>
    <dgm:cxn modelId="{D0CB6040-59A4-4C43-8A8A-EA107696DEDB}" type="presParOf" srcId="{A3FD23BF-C81C-6540-A943-AC30F7B5E619}" destId="{C0D8CEAD-710B-DE41-A6A3-0637D9057E35}" srcOrd="2" destOrd="0" presId="urn:microsoft.com/office/officeart/2008/layout/LinedList"/>
    <dgm:cxn modelId="{59300E4F-30F4-2841-9347-7A5654CFA51D}" type="presParOf" srcId="{A3FD23BF-C81C-6540-A943-AC30F7B5E619}" destId="{EC09C7A3-6184-1942-82D3-74873A29F838}" srcOrd="3" destOrd="0" presId="urn:microsoft.com/office/officeart/2008/layout/LinedList"/>
    <dgm:cxn modelId="{DEFA87C5-DB03-7C4A-B0E4-374F70729D2F}" type="presParOf" srcId="{EC09C7A3-6184-1942-82D3-74873A29F838}" destId="{7EAA2CFA-1188-2347-AA5A-0710293AE33D}" srcOrd="0" destOrd="0" presId="urn:microsoft.com/office/officeart/2008/layout/LinedList"/>
    <dgm:cxn modelId="{78C568C0-8402-BA45-9F4A-3DF850969949}" type="presParOf" srcId="{EC09C7A3-6184-1942-82D3-74873A29F838}" destId="{D4F61275-4B2C-1D45-8654-2A10EED76FAC}" srcOrd="1" destOrd="0" presId="urn:microsoft.com/office/officeart/2008/layout/LinedList"/>
    <dgm:cxn modelId="{BA378C92-604A-9D4F-B7F2-5DC88F7BA80F}" type="presParOf" srcId="{D4F61275-4B2C-1D45-8654-2A10EED76FAC}" destId="{6CA6CDD0-1DA9-054B-B3DC-905FDA753919}" srcOrd="0" destOrd="0" presId="urn:microsoft.com/office/officeart/2008/layout/LinedList"/>
    <dgm:cxn modelId="{A27E3E2A-246B-2C4E-A7C6-B817F9C96B3E}" type="presParOf" srcId="{D4F61275-4B2C-1D45-8654-2A10EED76FAC}" destId="{3179D271-4297-F841-B026-B5CEA94B0280}" srcOrd="1" destOrd="0" presId="urn:microsoft.com/office/officeart/2008/layout/LinedList"/>
    <dgm:cxn modelId="{5B207156-D4DE-354D-AFE2-C64668862F6E}" type="presParOf" srcId="{3179D271-4297-F841-B026-B5CEA94B0280}" destId="{C9FB4854-6DED-7646-B78D-37A793EE1C41}" srcOrd="0" destOrd="0" presId="urn:microsoft.com/office/officeart/2008/layout/LinedList"/>
    <dgm:cxn modelId="{6D7C1A3E-78CE-954D-8F97-C6DA74BB0463}" type="presParOf" srcId="{3179D271-4297-F841-B026-B5CEA94B0280}" destId="{78F97F09-A19F-CF4A-A5D1-22ECC1E12696}" srcOrd="1" destOrd="0" presId="urn:microsoft.com/office/officeart/2008/layout/LinedList"/>
    <dgm:cxn modelId="{27624C24-DE80-FB48-BF92-2205D5D3D34E}" type="presParOf" srcId="{3179D271-4297-F841-B026-B5CEA94B0280}" destId="{4F526085-700E-6A40-B92F-B6F0C078C453}" srcOrd="2" destOrd="0" presId="urn:microsoft.com/office/officeart/2008/layout/LinedList"/>
    <dgm:cxn modelId="{69183E90-DDE2-5549-A7FE-8DB72ADB1A62}" type="presParOf" srcId="{D4F61275-4B2C-1D45-8654-2A10EED76FAC}" destId="{1D8C6F62-A832-294A-A070-2E94159D9712}" srcOrd="2" destOrd="0" presId="urn:microsoft.com/office/officeart/2008/layout/LinedList"/>
    <dgm:cxn modelId="{3EFDF0B3-B001-E749-989D-93C539C3C5E3}" type="presParOf" srcId="{D4F61275-4B2C-1D45-8654-2A10EED76FAC}" destId="{0DBDA804-188A-2843-83D5-A31C26FE99BD}" srcOrd="3" destOrd="0" presId="urn:microsoft.com/office/officeart/2008/layout/LinedList"/>
    <dgm:cxn modelId="{CAB77362-734C-A743-BB12-1FF8BD8950CE}" type="presParOf" srcId="{D4F61275-4B2C-1D45-8654-2A10EED76FAC}" destId="{11914898-322B-DB45-B4E7-A6AE1FB301C9}" srcOrd="4" destOrd="0" presId="urn:microsoft.com/office/officeart/2008/layout/LinedList"/>
    <dgm:cxn modelId="{CC8D4097-663C-1E42-80CA-39EE6E8D6206}" type="presParOf" srcId="{11914898-322B-DB45-B4E7-A6AE1FB301C9}" destId="{39354578-B050-8E4C-B240-51DECBEDD442}" srcOrd="0" destOrd="0" presId="urn:microsoft.com/office/officeart/2008/layout/LinedList"/>
    <dgm:cxn modelId="{90A27DF8-421F-A340-8DE3-D476A4B7D0FD}" type="presParOf" srcId="{11914898-322B-DB45-B4E7-A6AE1FB301C9}" destId="{2DFDD235-0995-A44B-B919-CFC48418BB35}" srcOrd="1" destOrd="0" presId="urn:microsoft.com/office/officeart/2008/layout/LinedList"/>
    <dgm:cxn modelId="{7A58F3C6-E5E6-504A-8C2B-AF1AFF59D4D3}" type="presParOf" srcId="{11914898-322B-DB45-B4E7-A6AE1FB301C9}" destId="{05745E22-209D-D345-9ED7-08C5F17C09A8}" srcOrd="2" destOrd="0" presId="urn:microsoft.com/office/officeart/2008/layout/LinedList"/>
    <dgm:cxn modelId="{9605A0AD-4765-8A44-973C-31679AD0E242}" type="presParOf" srcId="{D4F61275-4B2C-1D45-8654-2A10EED76FAC}" destId="{21046DAF-9773-A545-AF0B-222AE0AEC8DA}" srcOrd="5" destOrd="0" presId="urn:microsoft.com/office/officeart/2008/layout/LinedList"/>
    <dgm:cxn modelId="{8901B44E-658C-854B-A200-BB33AC5FD070}" type="presParOf" srcId="{D4F61275-4B2C-1D45-8654-2A10EED76FAC}" destId="{DC72D1AC-4D81-CF43-8EC4-FDF88BC4A73D}" srcOrd="6" destOrd="0" presId="urn:microsoft.com/office/officeart/2008/layout/LinedList"/>
    <dgm:cxn modelId="{945E970B-165D-7C4B-9B75-455C646FB733}" type="presParOf" srcId="{D4F61275-4B2C-1D45-8654-2A10EED76FAC}" destId="{4C1E4644-0427-3A45-9033-BFC2E7E5D9CE}" srcOrd="7" destOrd="0" presId="urn:microsoft.com/office/officeart/2008/layout/LinedList"/>
    <dgm:cxn modelId="{95DEF01F-DF5B-3942-881B-3694D6B0E11A}" type="presParOf" srcId="{4C1E4644-0427-3A45-9033-BFC2E7E5D9CE}" destId="{BB247CEE-A96D-F84B-9F5D-119DB8D27497}" srcOrd="0" destOrd="0" presId="urn:microsoft.com/office/officeart/2008/layout/LinedList"/>
    <dgm:cxn modelId="{BD211A99-F94D-6040-A434-691CF55893A9}" type="presParOf" srcId="{4C1E4644-0427-3A45-9033-BFC2E7E5D9CE}" destId="{F0F771B7-7871-FA41-87D8-6F585AB06275}" srcOrd="1" destOrd="0" presId="urn:microsoft.com/office/officeart/2008/layout/LinedList"/>
    <dgm:cxn modelId="{AD745BB0-F30B-EB42-8B83-830FB524FA51}" type="presParOf" srcId="{4C1E4644-0427-3A45-9033-BFC2E7E5D9CE}" destId="{284C87AE-B2A3-8243-B8B4-A48AD524C6A6}" srcOrd="2" destOrd="0" presId="urn:microsoft.com/office/officeart/2008/layout/LinedList"/>
    <dgm:cxn modelId="{541A491A-B894-B54D-8785-8866C1C006EE}" type="presParOf" srcId="{D4F61275-4B2C-1D45-8654-2A10EED76FAC}" destId="{849AB48B-1948-A449-886F-D8628C158F6F}" srcOrd="8" destOrd="0" presId="urn:microsoft.com/office/officeart/2008/layout/LinedList"/>
    <dgm:cxn modelId="{CFD1D2E8-30EA-054D-923E-B917A85C7FDF}" type="presParOf" srcId="{D4F61275-4B2C-1D45-8654-2A10EED76FAC}" destId="{B4998E68-89F2-FF4D-9743-D70F56E132E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E65CEE-FE9B-4125-879B-06D811C0EA8D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A65A6D-EAF1-4EB8-A381-4C91E57D9AB1}">
      <dgm:prSet/>
      <dgm:spPr/>
      <dgm:t>
        <a:bodyPr/>
        <a:lstStyle/>
        <a:p>
          <a:r>
            <a:rPr lang="en-GB" b="0" dirty="0"/>
            <a:t>Real image → select polyp region</a:t>
          </a:r>
          <a:endParaRPr lang="en-US" b="0" dirty="0"/>
        </a:p>
      </dgm:t>
    </dgm:pt>
    <dgm:pt modelId="{A47208AC-C096-4802-BFB0-EB1BFCE08343}" type="parTrans" cxnId="{606EBB67-A895-4034-9673-3790BE758ED5}">
      <dgm:prSet/>
      <dgm:spPr/>
      <dgm:t>
        <a:bodyPr/>
        <a:lstStyle/>
        <a:p>
          <a:endParaRPr lang="en-US"/>
        </a:p>
      </dgm:t>
    </dgm:pt>
    <dgm:pt modelId="{C8448CC4-AB3E-4408-BC43-4A73B641490A}" type="sibTrans" cxnId="{606EBB67-A895-4034-9673-3790BE758ED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A335600-65EC-475D-B711-492D5034A8CD}">
      <dgm:prSet/>
      <dgm:spPr/>
      <dgm:t>
        <a:bodyPr/>
        <a:lstStyle/>
        <a:p>
          <a:r>
            <a:rPr lang="en-GB" b="0" dirty="0"/>
            <a:t>Create mask → define editable region</a:t>
          </a:r>
          <a:endParaRPr lang="en-US" b="0" dirty="0"/>
        </a:p>
      </dgm:t>
    </dgm:pt>
    <dgm:pt modelId="{0BE527D6-6337-4F70-BCD1-9772DE2B7069}" type="parTrans" cxnId="{8AA584D1-1EE0-4020-8F00-8D48BE8E67B8}">
      <dgm:prSet/>
      <dgm:spPr/>
      <dgm:t>
        <a:bodyPr/>
        <a:lstStyle/>
        <a:p>
          <a:endParaRPr lang="en-US"/>
        </a:p>
      </dgm:t>
    </dgm:pt>
    <dgm:pt modelId="{FB250DAA-5D12-4B36-A83D-E7D4899BBD66}" type="sibTrans" cxnId="{8AA584D1-1EE0-4020-8F00-8D48BE8E67B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F29EB0C-70B4-4780-BF7B-B39E69183829}">
      <dgm:prSet/>
      <dgm:spPr/>
      <dgm:t>
        <a:bodyPr/>
        <a:lstStyle/>
        <a:p>
          <a:r>
            <a:rPr lang="en-GB" b="0" dirty="0"/>
            <a:t>Replace background with random noise </a:t>
          </a:r>
          <a:r>
            <a:rPr lang="en-GB" b="0" dirty="0">
              <a:sym typeface="Wingdings" panose="05000000000000000000" pitchFamily="2" charset="2"/>
            </a:rPr>
            <a:t></a:t>
          </a:r>
          <a:r>
            <a:rPr lang="en-GB" b="0" dirty="0"/>
            <a:t> Polyp region kept </a:t>
          </a:r>
          <a:endParaRPr lang="en-US" b="0" dirty="0"/>
        </a:p>
      </dgm:t>
    </dgm:pt>
    <dgm:pt modelId="{545AD971-ABA1-430E-9E9E-CCEE1180D535}" type="parTrans" cxnId="{A9A8E7CB-D998-4271-BB35-DF2496CF9ED6}">
      <dgm:prSet/>
      <dgm:spPr/>
      <dgm:t>
        <a:bodyPr/>
        <a:lstStyle/>
        <a:p>
          <a:endParaRPr lang="en-US"/>
        </a:p>
      </dgm:t>
    </dgm:pt>
    <dgm:pt modelId="{4AF33331-6C8E-4E98-8663-C80D40B789F7}" type="sibTrans" cxnId="{A9A8E7CB-D998-4271-BB35-DF2496CF9E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82081D4-744E-4BF3-B1B4-36768C2B6CE0}">
      <dgm:prSet/>
      <dgm:spPr/>
      <dgm:t>
        <a:bodyPr/>
        <a:lstStyle/>
        <a:p>
          <a:r>
            <a:rPr lang="en-GB" b="0" dirty="0"/>
            <a:t>BG-De will reconstruct the background </a:t>
          </a:r>
          <a:r>
            <a:rPr lang="en-GB" b="0" dirty="0">
              <a:sym typeface="Wingdings" panose="05000000000000000000" pitchFamily="2" charset="2"/>
            </a:rPr>
            <a:t></a:t>
          </a:r>
          <a:r>
            <a:rPr lang="en-GB" b="0" dirty="0"/>
            <a:t> diffusion model removes noise and restores background texture.</a:t>
          </a:r>
          <a:endParaRPr lang="en-US" b="0" dirty="0"/>
        </a:p>
      </dgm:t>
    </dgm:pt>
    <dgm:pt modelId="{1A501521-A79A-4F64-8D3C-B067A6ADF12A}" type="parTrans" cxnId="{8EF60679-424C-4658-B48F-0F441DFC96A6}">
      <dgm:prSet/>
      <dgm:spPr/>
      <dgm:t>
        <a:bodyPr/>
        <a:lstStyle/>
        <a:p>
          <a:endParaRPr lang="en-US"/>
        </a:p>
      </dgm:t>
    </dgm:pt>
    <dgm:pt modelId="{0A942704-49AE-4859-BB5C-1E04DF949E7B}" type="sibTrans" cxnId="{8EF60679-424C-4658-B48F-0F441DFC96A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1CBDD07-3507-41BB-B463-29782710B2F7}">
      <dgm:prSet/>
      <dgm:spPr/>
      <dgm:t>
        <a:bodyPr/>
        <a:lstStyle/>
        <a:p>
          <a:r>
            <a:rPr lang="en-GB" b="0" dirty="0"/>
            <a:t>Perturbations will push the polyp-like region</a:t>
          </a:r>
          <a:r>
            <a:rPr lang="en-GB" b="0" dirty="0">
              <a:sym typeface="Wingdings" panose="05000000000000000000" pitchFamily="2" charset="2"/>
            </a:rPr>
            <a:t></a:t>
          </a:r>
          <a:r>
            <a:rPr lang="en-GB" b="0" dirty="0"/>
            <a:t> The white region (the mask) becomes a synthetic false-positive pattern + The rest becomes realistic background</a:t>
          </a:r>
          <a:endParaRPr lang="en-US" b="0" dirty="0"/>
        </a:p>
      </dgm:t>
    </dgm:pt>
    <dgm:pt modelId="{23C50FA0-E922-40D7-B4E4-1DC08990A978}" type="parTrans" cxnId="{CFF5AFB3-DCC6-40A1-B9D2-E57AC3853439}">
      <dgm:prSet/>
      <dgm:spPr/>
      <dgm:t>
        <a:bodyPr/>
        <a:lstStyle/>
        <a:p>
          <a:endParaRPr lang="en-US"/>
        </a:p>
      </dgm:t>
    </dgm:pt>
    <dgm:pt modelId="{B738738B-8885-4F55-B50F-8817211BADDD}" type="sibTrans" cxnId="{CFF5AFB3-DCC6-40A1-B9D2-E57AC385343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2E3BEC9-D484-304D-87E2-1F4BC70D7284}" type="pres">
      <dgm:prSet presAssocID="{ABE65CEE-FE9B-4125-879B-06D811C0EA8D}" presName="linearFlow" presStyleCnt="0">
        <dgm:presLayoutVars>
          <dgm:dir/>
          <dgm:animLvl val="lvl"/>
          <dgm:resizeHandles val="exact"/>
        </dgm:presLayoutVars>
      </dgm:prSet>
      <dgm:spPr/>
    </dgm:pt>
    <dgm:pt modelId="{0A1C3714-3BFA-D242-BE90-CDA13D42691B}" type="pres">
      <dgm:prSet presAssocID="{F5A65A6D-EAF1-4EB8-A381-4C91E57D9AB1}" presName="compositeNode" presStyleCnt="0"/>
      <dgm:spPr/>
    </dgm:pt>
    <dgm:pt modelId="{8B5B89DF-3F53-A04D-84B3-CD95E9E68271}" type="pres">
      <dgm:prSet presAssocID="{F5A65A6D-EAF1-4EB8-A381-4C91E57D9AB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E78E5AE-9D58-2140-AB80-6D84A70C9515}" type="pres">
      <dgm:prSet presAssocID="{F5A65A6D-EAF1-4EB8-A381-4C91E57D9AB1}" presName="parSh" presStyleCnt="0"/>
      <dgm:spPr/>
    </dgm:pt>
    <dgm:pt modelId="{59863C82-54C8-2F49-AFDA-59D037D7BE55}" type="pres">
      <dgm:prSet presAssocID="{F5A65A6D-EAF1-4EB8-A381-4C91E57D9AB1}" presName="lineNode" presStyleLbl="alignAccFollowNode1" presStyleIdx="0" presStyleCnt="15"/>
      <dgm:spPr/>
    </dgm:pt>
    <dgm:pt modelId="{15708388-9FB6-E242-B92C-AE9713E5A781}" type="pres">
      <dgm:prSet presAssocID="{F5A65A6D-EAF1-4EB8-A381-4C91E57D9AB1}" presName="lineArrowNode" presStyleLbl="alignAccFollowNode1" presStyleIdx="1" presStyleCnt="15"/>
      <dgm:spPr/>
    </dgm:pt>
    <dgm:pt modelId="{F55BEFEE-0E9C-1146-B50D-A757FDE52187}" type="pres">
      <dgm:prSet presAssocID="{C8448CC4-AB3E-4408-BC43-4A73B641490A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300E80BF-051C-BF44-8179-00F851132115}" type="pres">
      <dgm:prSet presAssocID="{C8448CC4-AB3E-4408-BC43-4A73B641490A}" presName="spacerBetweenCircleAndCallout" presStyleCnt="0">
        <dgm:presLayoutVars/>
      </dgm:prSet>
      <dgm:spPr/>
    </dgm:pt>
    <dgm:pt modelId="{D7F4C5D6-CFCE-8244-8E87-E31C6038885D}" type="pres">
      <dgm:prSet presAssocID="{F5A65A6D-EAF1-4EB8-A381-4C91E57D9AB1}" presName="nodeText" presStyleLbl="alignAccFollowNode1" presStyleIdx="2" presStyleCnt="15">
        <dgm:presLayoutVars>
          <dgm:bulletEnabled val="1"/>
        </dgm:presLayoutVars>
      </dgm:prSet>
      <dgm:spPr/>
    </dgm:pt>
    <dgm:pt modelId="{B72E1974-C79F-5E45-A57E-F7247838F93F}" type="pres">
      <dgm:prSet presAssocID="{C8448CC4-AB3E-4408-BC43-4A73B641490A}" presName="sibTransComposite" presStyleCnt="0"/>
      <dgm:spPr/>
    </dgm:pt>
    <dgm:pt modelId="{55B4601A-CE9B-E342-A27B-580868C24546}" type="pres">
      <dgm:prSet presAssocID="{8A335600-65EC-475D-B711-492D5034A8CD}" presName="compositeNode" presStyleCnt="0"/>
      <dgm:spPr/>
    </dgm:pt>
    <dgm:pt modelId="{C1107F75-593A-4944-A87D-0D014B84AE75}" type="pres">
      <dgm:prSet presAssocID="{8A335600-65EC-475D-B711-492D5034A8C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76BEB07-F0B5-F44E-BF6E-065B78A9BC6A}" type="pres">
      <dgm:prSet presAssocID="{8A335600-65EC-475D-B711-492D5034A8CD}" presName="parSh" presStyleCnt="0"/>
      <dgm:spPr/>
    </dgm:pt>
    <dgm:pt modelId="{AFD4A844-1FF2-114A-9488-495ADAA5CCB6}" type="pres">
      <dgm:prSet presAssocID="{8A335600-65EC-475D-B711-492D5034A8CD}" presName="lineNode" presStyleLbl="alignAccFollowNode1" presStyleIdx="3" presStyleCnt="15"/>
      <dgm:spPr/>
    </dgm:pt>
    <dgm:pt modelId="{19BC9503-508F-3541-85F8-7E4DBC3A2E2C}" type="pres">
      <dgm:prSet presAssocID="{8A335600-65EC-475D-B711-492D5034A8CD}" presName="lineArrowNode" presStyleLbl="alignAccFollowNode1" presStyleIdx="4" presStyleCnt="15"/>
      <dgm:spPr/>
    </dgm:pt>
    <dgm:pt modelId="{B9A8248C-A995-114E-B2A4-0B9E465466B8}" type="pres">
      <dgm:prSet presAssocID="{FB250DAA-5D12-4B36-A83D-E7D4899BBD66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DA516A37-2194-4E4B-96EC-C456E177070D}" type="pres">
      <dgm:prSet presAssocID="{FB250DAA-5D12-4B36-A83D-E7D4899BBD66}" presName="spacerBetweenCircleAndCallout" presStyleCnt="0">
        <dgm:presLayoutVars/>
      </dgm:prSet>
      <dgm:spPr/>
    </dgm:pt>
    <dgm:pt modelId="{BFBC3B39-A50A-5642-9DE6-475C722413C2}" type="pres">
      <dgm:prSet presAssocID="{8A335600-65EC-475D-B711-492D5034A8CD}" presName="nodeText" presStyleLbl="alignAccFollowNode1" presStyleIdx="5" presStyleCnt="15">
        <dgm:presLayoutVars>
          <dgm:bulletEnabled val="1"/>
        </dgm:presLayoutVars>
      </dgm:prSet>
      <dgm:spPr/>
    </dgm:pt>
    <dgm:pt modelId="{BF7FE366-A1D6-A44C-A16C-8A8A31561249}" type="pres">
      <dgm:prSet presAssocID="{FB250DAA-5D12-4B36-A83D-E7D4899BBD66}" presName="sibTransComposite" presStyleCnt="0"/>
      <dgm:spPr/>
    </dgm:pt>
    <dgm:pt modelId="{B40EF7C3-68D7-F344-AC80-C3F21940C14D}" type="pres">
      <dgm:prSet presAssocID="{8F29EB0C-70B4-4780-BF7B-B39E69183829}" presName="compositeNode" presStyleCnt="0"/>
      <dgm:spPr/>
    </dgm:pt>
    <dgm:pt modelId="{BA362686-2F88-7A48-A968-4E887BA0EFA0}" type="pres">
      <dgm:prSet presAssocID="{8F29EB0C-70B4-4780-BF7B-B39E6918382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37581C8-F803-864E-AE1C-C2D7D231AD76}" type="pres">
      <dgm:prSet presAssocID="{8F29EB0C-70B4-4780-BF7B-B39E69183829}" presName="parSh" presStyleCnt="0"/>
      <dgm:spPr/>
    </dgm:pt>
    <dgm:pt modelId="{7FAA76F6-0203-DF48-802F-68FBCFF2C91B}" type="pres">
      <dgm:prSet presAssocID="{8F29EB0C-70B4-4780-BF7B-B39E69183829}" presName="lineNode" presStyleLbl="alignAccFollowNode1" presStyleIdx="6" presStyleCnt="15"/>
      <dgm:spPr/>
    </dgm:pt>
    <dgm:pt modelId="{AB34AFF0-DF14-A34D-98BC-79A7AC763343}" type="pres">
      <dgm:prSet presAssocID="{8F29EB0C-70B4-4780-BF7B-B39E69183829}" presName="lineArrowNode" presStyleLbl="alignAccFollowNode1" presStyleIdx="7" presStyleCnt="15"/>
      <dgm:spPr/>
    </dgm:pt>
    <dgm:pt modelId="{7AC1205B-820A-8D4A-AA45-EEA62F899233}" type="pres">
      <dgm:prSet presAssocID="{4AF33331-6C8E-4E98-8663-C80D40B789F7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F9B9FC4-FD41-0147-8F95-EA8096B7B97C}" type="pres">
      <dgm:prSet presAssocID="{4AF33331-6C8E-4E98-8663-C80D40B789F7}" presName="spacerBetweenCircleAndCallout" presStyleCnt="0">
        <dgm:presLayoutVars/>
      </dgm:prSet>
      <dgm:spPr/>
    </dgm:pt>
    <dgm:pt modelId="{07C804B2-8B7A-A643-901B-B783B52ECD54}" type="pres">
      <dgm:prSet presAssocID="{8F29EB0C-70B4-4780-BF7B-B39E69183829}" presName="nodeText" presStyleLbl="alignAccFollowNode1" presStyleIdx="8" presStyleCnt="15">
        <dgm:presLayoutVars>
          <dgm:bulletEnabled val="1"/>
        </dgm:presLayoutVars>
      </dgm:prSet>
      <dgm:spPr/>
    </dgm:pt>
    <dgm:pt modelId="{80C13D19-8A2B-E74F-8160-7E9D4F5DAB6E}" type="pres">
      <dgm:prSet presAssocID="{4AF33331-6C8E-4E98-8663-C80D40B789F7}" presName="sibTransComposite" presStyleCnt="0"/>
      <dgm:spPr/>
    </dgm:pt>
    <dgm:pt modelId="{55CF6AB0-3FEC-BF4D-87C6-58A9BFF026E7}" type="pres">
      <dgm:prSet presAssocID="{882081D4-744E-4BF3-B1B4-36768C2B6CE0}" presName="compositeNode" presStyleCnt="0"/>
      <dgm:spPr/>
    </dgm:pt>
    <dgm:pt modelId="{595791FE-DF4D-E24A-BF33-0E041C382FF5}" type="pres">
      <dgm:prSet presAssocID="{882081D4-744E-4BF3-B1B4-36768C2B6CE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9076184-F805-D149-ACAA-623168B18D56}" type="pres">
      <dgm:prSet presAssocID="{882081D4-744E-4BF3-B1B4-36768C2B6CE0}" presName="parSh" presStyleCnt="0"/>
      <dgm:spPr/>
    </dgm:pt>
    <dgm:pt modelId="{AEAEB6DE-0647-6248-9FBE-23AEEC20620B}" type="pres">
      <dgm:prSet presAssocID="{882081D4-744E-4BF3-B1B4-36768C2B6CE0}" presName="lineNode" presStyleLbl="alignAccFollowNode1" presStyleIdx="9" presStyleCnt="15"/>
      <dgm:spPr/>
    </dgm:pt>
    <dgm:pt modelId="{262B5A7E-3A72-6B45-B545-77031A882735}" type="pres">
      <dgm:prSet presAssocID="{882081D4-744E-4BF3-B1B4-36768C2B6CE0}" presName="lineArrowNode" presStyleLbl="alignAccFollowNode1" presStyleIdx="10" presStyleCnt="15"/>
      <dgm:spPr/>
    </dgm:pt>
    <dgm:pt modelId="{D917C3BB-702B-DE48-8BC0-F410BBADBE6C}" type="pres">
      <dgm:prSet presAssocID="{0A942704-49AE-4859-BB5C-1E04DF949E7B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8B9B528-3955-1447-B041-30B25A066FE1}" type="pres">
      <dgm:prSet presAssocID="{0A942704-49AE-4859-BB5C-1E04DF949E7B}" presName="spacerBetweenCircleAndCallout" presStyleCnt="0">
        <dgm:presLayoutVars/>
      </dgm:prSet>
      <dgm:spPr/>
    </dgm:pt>
    <dgm:pt modelId="{32956F9E-8A8A-1A4A-A4B5-352DDCDC6FB3}" type="pres">
      <dgm:prSet presAssocID="{882081D4-744E-4BF3-B1B4-36768C2B6CE0}" presName="nodeText" presStyleLbl="alignAccFollowNode1" presStyleIdx="11" presStyleCnt="15">
        <dgm:presLayoutVars>
          <dgm:bulletEnabled val="1"/>
        </dgm:presLayoutVars>
      </dgm:prSet>
      <dgm:spPr/>
    </dgm:pt>
    <dgm:pt modelId="{ED846348-ED5D-3C4F-A59F-87DB34CAF0C1}" type="pres">
      <dgm:prSet presAssocID="{0A942704-49AE-4859-BB5C-1E04DF949E7B}" presName="sibTransComposite" presStyleCnt="0"/>
      <dgm:spPr/>
    </dgm:pt>
    <dgm:pt modelId="{E9940BED-CEB0-274A-889E-05E5100E9E21}" type="pres">
      <dgm:prSet presAssocID="{61CBDD07-3507-41BB-B463-29782710B2F7}" presName="compositeNode" presStyleCnt="0"/>
      <dgm:spPr/>
    </dgm:pt>
    <dgm:pt modelId="{4DB63D6B-C946-6D4D-BDB0-1A921B298832}" type="pres">
      <dgm:prSet presAssocID="{61CBDD07-3507-41BB-B463-29782710B2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AF2F361-5155-A64C-8117-F2187FE264BA}" type="pres">
      <dgm:prSet presAssocID="{61CBDD07-3507-41BB-B463-29782710B2F7}" presName="parSh" presStyleCnt="0"/>
      <dgm:spPr/>
    </dgm:pt>
    <dgm:pt modelId="{31B3C1E5-BAD7-2249-B6EE-2CB6DCD48783}" type="pres">
      <dgm:prSet presAssocID="{61CBDD07-3507-41BB-B463-29782710B2F7}" presName="lineNode" presStyleLbl="alignAccFollowNode1" presStyleIdx="12" presStyleCnt="15"/>
      <dgm:spPr/>
    </dgm:pt>
    <dgm:pt modelId="{B0786D24-496E-E449-A3F4-ACD883E7B23E}" type="pres">
      <dgm:prSet presAssocID="{61CBDD07-3507-41BB-B463-29782710B2F7}" presName="lineArrowNode" presStyleLbl="alignAccFollowNode1" presStyleIdx="13" presStyleCnt="15"/>
      <dgm:spPr/>
    </dgm:pt>
    <dgm:pt modelId="{3AD9F1CB-C7A5-594B-A0CC-F38E19393921}" type="pres">
      <dgm:prSet presAssocID="{B738738B-8885-4F55-B50F-8817211BADD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1D6A1785-D9E1-B842-90BD-D6A7681E115B}" type="pres">
      <dgm:prSet presAssocID="{B738738B-8885-4F55-B50F-8817211BADDD}" presName="spacerBetweenCircleAndCallout" presStyleCnt="0">
        <dgm:presLayoutVars/>
      </dgm:prSet>
      <dgm:spPr/>
    </dgm:pt>
    <dgm:pt modelId="{D8E828A0-6FD1-B04E-BB5C-3DECC53CF1D8}" type="pres">
      <dgm:prSet presAssocID="{61CBDD07-3507-41BB-B463-29782710B2F7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0BFD0610-60E9-F74D-9A0C-7ADA68A5A6EA}" type="presOf" srcId="{FB250DAA-5D12-4B36-A83D-E7D4899BBD66}" destId="{B9A8248C-A995-114E-B2A4-0B9E465466B8}" srcOrd="0" destOrd="0" presId="urn:microsoft.com/office/officeart/2016/7/layout/LinearArrowProcessNumbered"/>
    <dgm:cxn modelId="{F315171E-66B2-2243-9741-E5FD755BE393}" type="presOf" srcId="{C8448CC4-AB3E-4408-BC43-4A73B641490A}" destId="{F55BEFEE-0E9C-1146-B50D-A757FDE52187}" srcOrd="0" destOrd="0" presId="urn:microsoft.com/office/officeart/2016/7/layout/LinearArrowProcessNumbered"/>
    <dgm:cxn modelId="{EA7B432A-9312-9E45-9DDE-DF53CF89B510}" type="presOf" srcId="{8F29EB0C-70B4-4780-BF7B-B39E69183829}" destId="{07C804B2-8B7A-A643-901B-B783B52ECD54}" srcOrd="0" destOrd="0" presId="urn:microsoft.com/office/officeart/2016/7/layout/LinearArrowProcessNumbered"/>
    <dgm:cxn modelId="{81A70E64-0FBE-6D4D-936B-5A9893D7DB6C}" type="presOf" srcId="{0A942704-49AE-4859-BB5C-1E04DF949E7B}" destId="{D917C3BB-702B-DE48-8BC0-F410BBADBE6C}" srcOrd="0" destOrd="0" presId="urn:microsoft.com/office/officeart/2016/7/layout/LinearArrowProcessNumbered"/>
    <dgm:cxn modelId="{606EBB67-A895-4034-9673-3790BE758ED5}" srcId="{ABE65CEE-FE9B-4125-879B-06D811C0EA8D}" destId="{F5A65A6D-EAF1-4EB8-A381-4C91E57D9AB1}" srcOrd="0" destOrd="0" parTransId="{A47208AC-C096-4802-BFB0-EB1BFCE08343}" sibTransId="{C8448CC4-AB3E-4408-BC43-4A73B641490A}"/>
    <dgm:cxn modelId="{9A13B376-0A87-F04E-9F82-9A640F3D7D83}" type="presOf" srcId="{882081D4-744E-4BF3-B1B4-36768C2B6CE0}" destId="{32956F9E-8A8A-1A4A-A4B5-352DDCDC6FB3}" srcOrd="0" destOrd="0" presId="urn:microsoft.com/office/officeart/2016/7/layout/LinearArrowProcessNumbered"/>
    <dgm:cxn modelId="{8EF60679-424C-4658-B48F-0F441DFC96A6}" srcId="{ABE65CEE-FE9B-4125-879B-06D811C0EA8D}" destId="{882081D4-744E-4BF3-B1B4-36768C2B6CE0}" srcOrd="3" destOrd="0" parTransId="{1A501521-A79A-4F64-8D3C-B067A6ADF12A}" sibTransId="{0A942704-49AE-4859-BB5C-1E04DF949E7B}"/>
    <dgm:cxn modelId="{B8D05F7D-8321-F44B-BB44-7E038FDAAED7}" type="presOf" srcId="{61CBDD07-3507-41BB-B463-29782710B2F7}" destId="{D8E828A0-6FD1-B04E-BB5C-3DECC53CF1D8}" srcOrd="0" destOrd="0" presId="urn:microsoft.com/office/officeart/2016/7/layout/LinearArrowProcessNumbered"/>
    <dgm:cxn modelId="{CFF5AFB3-DCC6-40A1-B9D2-E57AC3853439}" srcId="{ABE65CEE-FE9B-4125-879B-06D811C0EA8D}" destId="{61CBDD07-3507-41BB-B463-29782710B2F7}" srcOrd="4" destOrd="0" parTransId="{23C50FA0-E922-40D7-B4E4-1DC08990A978}" sibTransId="{B738738B-8885-4F55-B50F-8817211BADDD}"/>
    <dgm:cxn modelId="{8D56F1B6-9B87-AE44-9530-735328A0C2D1}" type="presOf" srcId="{4AF33331-6C8E-4E98-8663-C80D40B789F7}" destId="{7AC1205B-820A-8D4A-AA45-EEA62F899233}" srcOrd="0" destOrd="0" presId="urn:microsoft.com/office/officeart/2016/7/layout/LinearArrowProcessNumbered"/>
    <dgm:cxn modelId="{10B9BEC2-3B8D-E544-B994-9533176CB611}" type="presOf" srcId="{ABE65CEE-FE9B-4125-879B-06D811C0EA8D}" destId="{B2E3BEC9-D484-304D-87E2-1F4BC70D7284}" srcOrd="0" destOrd="0" presId="urn:microsoft.com/office/officeart/2016/7/layout/LinearArrowProcessNumbered"/>
    <dgm:cxn modelId="{A9A8E7CB-D998-4271-BB35-DF2496CF9ED6}" srcId="{ABE65CEE-FE9B-4125-879B-06D811C0EA8D}" destId="{8F29EB0C-70B4-4780-BF7B-B39E69183829}" srcOrd="2" destOrd="0" parTransId="{545AD971-ABA1-430E-9E9E-CCEE1180D535}" sibTransId="{4AF33331-6C8E-4E98-8663-C80D40B789F7}"/>
    <dgm:cxn modelId="{8AA584D1-1EE0-4020-8F00-8D48BE8E67B8}" srcId="{ABE65CEE-FE9B-4125-879B-06D811C0EA8D}" destId="{8A335600-65EC-475D-B711-492D5034A8CD}" srcOrd="1" destOrd="0" parTransId="{0BE527D6-6337-4F70-BCD1-9772DE2B7069}" sibTransId="{FB250DAA-5D12-4B36-A83D-E7D4899BBD66}"/>
    <dgm:cxn modelId="{0B8852D2-2EE7-904C-B901-596266EEFBA4}" type="presOf" srcId="{B738738B-8885-4F55-B50F-8817211BADDD}" destId="{3AD9F1CB-C7A5-594B-A0CC-F38E19393921}" srcOrd="0" destOrd="0" presId="urn:microsoft.com/office/officeart/2016/7/layout/LinearArrowProcessNumbered"/>
    <dgm:cxn modelId="{B911BBD7-7277-874B-A23E-F8CE9FB5A200}" type="presOf" srcId="{8A335600-65EC-475D-B711-492D5034A8CD}" destId="{BFBC3B39-A50A-5642-9DE6-475C722413C2}" srcOrd="0" destOrd="0" presId="urn:microsoft.com/office/officeart/2016/7/layout/LinearArrowProcessNumbered"/>
    <dgm:cxn modelId="{CEBFF9DD-044C-0B47-8B3F-CA40717A79EE}" type="presOf" srcId="{F5A65A6D-EAF1-4EB8-A381-4C91E57D9AB1}" destId="{D7F4C5D6-CFCE-8244-8E87-E31C6038885D}" srcOrd="0" destOrd="0" presId="urn:microsoft.com/office/officeart/2016/7/layout/LinearArrowProcessNumbered"/>
    <dgm:cxn modelId="{E41CE2E9-7FEB-7345-BED9-60526255D0D2}" type="presParOf" srcId="{B2E3BEC9-D484-304D-87E2-1F4BC70D7284}" destId="{0A1C3714-3BFA-D242-BE90-CDA13D42691B}" srcOrd="0" destOrd="0" presId="urn:microsoft.com/office/officeart/2016/7/layout/LinearArrowProcessNumbered"/>
    <dgm:cxn modelId="{9C15ED93-9BC4-4842-9BAC-FB4F50FDDAB0}" type="presParOf" srcId="{0A1C3714-3BFA-D242-BE90-CDA13D42691B}" destId="{8B5B89DF-3F53-A04D-84B3-CD95E9E68271}" srcOrd="0" destOrd="0" presId="urn:microsoft.com/office/officeart/2016/7/layout/LinearArrowProcessNumbered"/>
    <dgm:cxn modelId="{7ED2A47C-2F81-2B4C-96AE-BC1DFE3D5CDB}" type="presParOf" srcId="{0A1C3714-3BFA-D242-BE90-CDA13D42691B}" destId="{EE78E5AE-9D58-2140-AB80-6D84A70C9515}" srcOrd="1" destOrd="0" presId="urn:microsoft.com/office/officeart/2016/7/layout/LinearArrowProcessNumbered"/>
    <dgm:cxn modelId="{67D13E7F-1B94-E549-878C-CABE5E1438FD}" type="presParOf" srcId="{EE78E5AE-9D58-2140-AB80-6D84A70C9515}" destId="{59863C82-54C8-2F49-AFDA-59D037D7BE55}" srcOrd="0" destOrd="0" presId="urn:microsoft.com/office/officeart/2016/7/layout/LinearArrowProcessNumbered"/>
    <dgm:cxn modelId="{BFF8533D-389B-2447-92D6-4364299181A0}" type="presParOf" srcId="{EE78E5AE-9D58-2140-AB80-6D84A70C9515}" destId="{15708388-9FB6-E242-B92C-AE9713E5A781}" srcOrd="1" destOrd="0" presId="urn:microsoft.com/office/officeart/2016/7/layout/LinearArrowProcessNumbered"/>
    <dgm:cxn modelId="{2F2088D3-5268-374C-8605-35275CB9FF5E}" type="presParOf" srcId="{EE78E5AE-9D58-2140-AB80-6D84A70C9515}" destId="{F55BEFEE-0E9C-1146-B50D-A757FDE52187}" srcOrd="2" destOrd="0" presId="urn:microsoft.com/office/officeart/2016/7/layout/LinearArrowProcessNumbered"/>
    <dgm:cxn modelId="{CF763495-E99D-3845-8EAA-4F9F0C4417D2}" type="presParOf" srcId="{EE78E5AE-9D58-2140-AB80-6D84A70C9515}" destId="{300E80BF-051C-BF44-8179-00F851132115}" srcOrd="3" destOrd="0" presId="urn:microsoft.com/office/officeart/2016/7/layout/LinearArrowProcessNumbered"/>
    <dgm:cxn modelId="{7990F605-F2C9-CB45-BC17-2DF65CF46FF4}" type="presParOf" srcId="{0A1C3714-3BFA-D242-BE90-CDA13D42691B}" destId="{D7F4C5D6-CFCE-8244-8E87-E31C6038885D}" srcOrd="2" destOrd="0" presId="urn:microsoft.com/office/officeart/2016/7/layout/LinearArrowProcessNumbered"/>
    <dgm:cxn modelId="{20276BE6-DB49-BA48-81D4-C714BF1B86A6}" type="presParOf" srcId="{B2E3BEC9-D484-304D-87E2-1F4BC70D7284}" destId="{B72E1974-C79F-5E45-A57E-F7247838F93F}" srcOrd="1" destOrd="0" presId="urn:microsoft.com/office/officeart/2016/7/layout/LinearArrowProcessNumbered"/>
    <dgm:cxn modelId="{3FC9889F-ED1F-9E40-B9FD-4911AD42F725}" type="presParOf" srcId="{B2E3BEC9-D484-304D-87E2-1F4BC70D7284}" destId="{55B4601A-CE9B-E342-A27B-580868C24546}" srcOrd="2" destOrd="0" presId="urn:microsoft.com/office/officeart/2016/7/layout/LinearArrowProcessNumbered"/>
    <dgm:cxn modelId="{E5960B5A-846A-124C-B236-52C7708855B9}" type="presParOf" srcId="{55B4601A-CE9B-E342-A27B-580868C24546}" destId="{C1107F75-593A-4944-A87D-0D014B84AE75}" srcOrd="0" destOrd="0" presId="urn:microsoft.com/office/officeart/2016/7/layout/LinearArrowProcessNumbered"/>
    <dgm:cxn modelId="{4372B430-689B-2940-8F0F-89B29B61680A}" type="presParOf" srcId="{55B4601A-CE9B-E342-A27B-580868C24546}" destId="{076BEB07-F0B5-F44E-BF6E-065B78A9BC6A}" srcOrd="1" destOrd="0" presId="urn:microsoft.com/office/officeart/2016/7/layout/LinearArrowProcessNumbered"/>
    <dgm:cxn modelId="{9A546230-13DC-BE44-810C-C5689B6C8603}" type="presParOf" srcId="{076BEB07-F0B5-F44E-BF6E-065B78A9BC6A}" destId="{AFD4A844-1FF2-114A-9488-495ADAA5CCB6}" srcOrd="0" destOrd="0" presId="urn:microsoft.com/office/officeart/2016/7/layout/LinearArrowProcessNumbered"/>
    <dgm:cxn modelId="{8E16508F-0BB4-AA43-B9E9-A0F8201B2C95}" type="presParOf" srcId="{076BEB07-F0B5-F44E-BF6E-065B78A9BC6A}" destId="{19BC9503-508F-3541-85F8-7E4DBC3A2E2C}" srcOrd="1" destOrd="0" presId="urn:microsoft.com/office/officeart/2016/7/layout/LinearArrowProcessNumbered"/>
    <dgm:cxn modelId="{967556CF-E6DA-FA49-9943-700E4FFF8706}" type="presParOf" srcId="{076BEB07-F0B5-F44E-BF6E-065B78A9BC6A}" destId="{B9A8248C-A995-114E-B2A4-0B9E465466B8}" srcOrd="2" destOrd="0" presId="urn:microsoft.com/office/officeart/2016/7/layout/LinearArrowProcessNumbered"/>
    <dgm:cxn modelId="{CC4CCE13-A539-C84C-B5F7-94B560220997}" type="presParOf" srcId="{076BEB07-F0B5-F44E-BF6E-065B78A9BC6A}" destId="{DA516A37-2194-4E4B-96EC-C456E177070D}" srcOrd="3" destOrd="0" presId="urn:microsoft.com/office/officeart/2016/7/layout/LinearArrowProcessNumbered"/>
    <dgm:cxn modelId="{16C8D016-C1F2-B349-938F-99DB853D33E0}" type="presParOf" srcId="{55B4601A-CE9B-E342-A27B-580868C24546}" destId="{BFBC3B39-A50A-5642-9DE6-475C722413C2}" srcOrd="2" destOrd="0" presId="urn:microsoft.com/office/officeart/2016/7/layout/LinearArrowProcessNumbered"/>
    <dgm:cxn modelId="{A32D51C5-6075-D04C-8D2D-6452CCFFB862}" type="presParOf" srcId="{B2E3BEC9-D484-304D-87E2-1F4BC70D7284}" destId="{BF7FE366-A1D6-A44C-A16C-8A8A31561249}" srcOrd="3" destOrd="0" presId="urn:microsoft.com/office/officeart/2016/7/layout/LinearArrowProcessNumbered"/>
    <dgm:cxn modelId="{9B980865-58C3-A049-B73F-B67A40B7FA4B}" type="presParOf" srcId="{B2E3BEC9-D484-304D-87E2-1F4BC70D7284}" destId="{B40EF7C3-68D7-F344-AC80-C3F21940C14D}" srcOrd="4" destOrd="0" presId="urn:microsoft.com/office/officeart/2016/7/layout/LinearArrowProcessNumbered"/>
    <dgm:cxn modelId="{459918C0-7B87-744E-BB53-889283DA108C}" type="presParOf" srcId="{B40EF7C3-68D7-F344-AC80-C3F21940C14D}" destId="{BA362686-2F88-7A48-A968-4E887BA0EFA0}" srcOrd="0" destOrd="0" presId="urn:microsoft.com/office/officeart/2016/7/layout/LinearArrowProcessNumbered"/>
    <dgm:cxn modelId="{5C389C03-680E-714B-83EA-1C288D0516B3}" type="presParOf" srcId="{B40EF7C3-68D7-F344-AC80-C3F21940C14D}" destId="{437581C8-F803-864E-AE1C-C2D7D231AD76}" srcOrd="1" destOrd="0" presId="urn:microsoft.com/office/officeart/2016/7/layout/LinearArrowProcessNumbered"/>
    <dgm:cxn modelId="{3299D0C1-B07E-A84E-B32E-0AC2253E6D2C}" type="presParOf" srcId="{437581C8-F803-864E-AE1C-C2D7D231AD76}" destId="{7FAA76F6-0203-DF48-802F-68FBCFF2C91B}" srcOrd="0" destOrd="0" presId="urn:microsoft.com/office/officeart/2016/7/layout/LinearArrowProcessNumbered"/>
    <dgm:cxn modelId="{DDE8F377-1B55-AE42-AC40-1BD5442AEC53}" type="presParOf" srcId="{437581C8-F803-864E-AE1C-C2D7D231AD76}" destId="{AB34AFF0-DF14-A34D-98BC-79A7AC763343}" srcOrd="1" destOrd="0" presId="urn:microsoft.com/office/officeart/2016/7/layout/LinearArrowProcessNumbered"/>
    <dgm:cxn modelId="{A64A89CD-209A-2B44-8C46-DF6B412379F0}" type="presParOf" srcId="{437581C8-F803-864E-AE1C-C2D7D231AD76}" destId="{7AC1205B-820A-8D4A-AA45-EEA62F899233}" srcOrd="2" destOrd="0" presId="urn:microsoft.com/office/officeart/2016/7/layout/LinearArrowProcessNumbered"/>
    <dgm:cxn modelId="{402AC875-093B-9148-A331-466C8ED17EF1}" type="presParOf" srcId="{437581C8-F803-864E-AE1C-C2D7D231AD76}" destId="{4F9B9FC4-FD41-0147-8F95-EA8096B7B97C}" srcOrd="3" destOrd="0" presId="urn:microsoft.com/office/officeart/2016/7/layout/LinearArrowProcessNumbered"/>
    <dgm:cxn modelId="{0176DE4B-0855-5F4C-A2DC-60285D72621B}" type="presParOf" srcId="{B40EF7C3-68D7-F344-AC80-C3F21940C14D}" destId="{07C804B2-8B7A-A643-901B-B783B52ECD54}" srcOrd="2" destOrd="0" presId="urn:microsoft.com/office/officeart/2016/7/layout/LinearArrowProcessNumbered"/>
    <dgm:cxn modelId="{C16E9DD5-8997-1042-8F79-B937774FDAAB}" type="presParOf" srcId="{B2E3BEC9-D484-304D-87E2-1F4BC70D7284}" destId="{80C13D19-8A2B-E74F-8160-7E9D4F5DAB6E}" srcOrd="5" destOrd="0" presId="urn:microsoft.com/office/officeart/2016/7/layout/LinearArrowProcessNumbered"/>
    <dgm:cxn modelId="{838A79D3-4956-7C43-8770-D70BE9A0D01A}" type="presParOf" srcId="{B2E3BEC9-D484-304D-87E2-1F4BC70D7284}" destId="{55CF6AB0-3FEC-BF4D-87C6-58A9BFF026E7}" srcOrd="6" destOrd="0" presId="urn:microsoft.com/office/officeart/2016/7/layout/LinearArrowProcessNumbered"/>
    <dgm:cxn modelId="{231FF276-9076-474B-9654-F201EC593367}" type="presParOf" srcId="{55CF6AB0-3FEC-BF4D-87C6-58A9BFF026E7}" destId="{595791FE-DF4D-E24A-BF33-0E041C382FF5}" srcOrd="0" destOrd="0" presId="urn:microsoft.com/office/officeart/2016/7/layout/LinearArrowProcessNumbered"/>
    <dgm:cxn modelId="{2C32CE0A-57FA-A549-9352-024718C410FF}" type="presParOf" srcId="{55CF6AB0-3FEC-BF4D-87C6-58A9BFF026E7}" destId="{49076184-F805-D149-ACAA-623168B18D56}" srcOrd="1" destOrd="0" presId="urn:microsoft.com/office/officeart/2016/7/layout/LinearArrowProcessNumbered"/>
    <dgm:cxn modelId="{085E1F60-44F1-574E-9E2B-5F03927D9C8B}" type="presParOf" srcId="{49076184-F805-D149-ACAA-623168B18D56}" destId="{AEAEB6DE-0647-6248-9FBE-23AEEC20620B}" srcOrd="0" destOrd="0" presId="urn:microsoft.com/office/officeart/2016/7/layout/LinearArrowProcessNumbered"/>
    <dgm:cxn modelId="{75BDD991-4A87-A241-934A-8A96001CE7D8}" type="presParOf" srcId="{49076184-F805-D149-ACAA-623168B18D56}" destId="{262B5A7E-3A72-6B45-B545-77031A882735}" srcOrd="1" destOrd="0" presId="urn:microsoft.com/office/officeart/2016/7/layout/LinearArrowProcessNumbered"/>
    <dgm:cxn modelId="{E400747D-D0AB-0641-81D0-5BD774C1E630}" type="presParOf" srcId="{49076184-F805-D149-ACAA-623168B18D56}" destId="{D917C3BB-702B-DE48-8BC0-F410BBADBE6C}" srcOrd="2" destOrd="0" presId="urn:microsoft.com/office/officeart/2016/7/layout/LinearArrowProcessNumbered"/>
    <dgm:cxn modelId="{65478E30-770F-DC4C-9D26-7784DE35FFA7}" type="presParOf" srcId="{49076184-F805-D149-ACAA-623168B18D56}" destId="{68B9B528-3955-1447-B041-30B25A066FE1}" srcOrd="3" destOrd="0" presId="urn:microsoft.com/office/officeart/2016/7/layout/LinearArrowProcessNumbered"/>
    <dgm:cxn modelId="{CCA58A55-BF95-1E45-9FC4-0F0EA25F3A3C}" type="presParOf" srcId="{55CF6AB0-3FEC-BF4D-87C6-58A9BFF026E7}" destId="{32956F9E-8A8A-1A4A-A4B5-352DDCDC6FB3}" srcOrd="2" destOrd="0" presId="urn:microsoft.com/office/officeart/2016/7/layout/LinearArrowProcessNumbered"/>
    <dgm:cxn modelId="{A4E3723A-4138-034D-82A8-88E5822AA3F3}" type="presParOf" srcId="{B2E3BEC9-D484-304D-87E2-1F4BC70D7284}" destId="{ED846348-ED5D-3C4F-A59F-87DB34CAF0C1}" srcOrd="7" destOrd="0" presId="urn:microsoft.com/office/officeart/2016/7/layout/LinearArrowProcessNumbered"/>
    <dgm:cxn modelId="{691180B1-02F2-0F44-96D5-C16330A1C960}" type="presParOf" srcId="{B2E3BEC9-D484-304D-87E2-1F4BC70D7284}" destId="{E9940BED-CEB0-274A-889E-05E5100E9E21}" srcOrd="8" destOrd="0" presId="urn:microsoft.com/office/officeart/2016/7/layout/LinearArrowProcessNumbered"/>
    <dgm:cxn modelId="{B04E9087-8793-0C4C-BCC1-4E8B30CF30FD}" type="presParOf" srcId="{E9940BED-CEB0-274A-889E-05E5100E9E21}" destId="{4DB63D6B-C946-6D4D-BDB0-1A921B298832}" srcOrd="0" destOrd="0" presId="urn:microsoft.com/office/officeart/2016/7/layout/LinearArrowProcessNumbered"/>
    <dgm:cxn modelId="{9BE2D769-C90E-8643-9EF4-3509CD073058}" type="presParOf" srcId="{E9940BED-CEB0-274A-889E-05E5100E9E21}" destId="{BAF2F361-5155-A64C-8117-F2187FE264BA}" srcOrd="1" destOrd="0" presId="urn:microsoft.com/office/officeart/2016/7/layout/LinearArrowProcessNumbered"/>
    <dgm:cxn modelId="{9C5A9445-C188-3A46-9852-7EABB6F2A2E7}" type="presParOf" srcId="{BAF2F361-5155-A64C-8117-F2187FE264BA}" destId="{31B3C1E5-BAD7-2249-B6EE-2CB6DCD48783}" srcOrd="0" destOrd="0" presId="urn:microsoft.com/office/officeart/2016/7/layout/LinearArrowProcessNumbered"/>
    <dgm:cxn modelId="{66A3FB1C-0EA4-8142-9933-4FF4DDD83B01}" type="presParOf" srcId="{BAF2F361-5155-A64C-8117-F2187FE264BA}" destId="{B0786D24-496E-E449-A3F4-ACD883E7B23E}" srcOrd="1" destOrd="0" presId="urn:microsoft.com/office/officeart/2016/7/layout/LinearArrowProcessNumbered"/>
    <dgm:cxn modelId="{56D16437-C7ED-384C-BFF0-018A10029942}" type="presParOf" srcId="{BAF2F361-5155-A64C-8117-F2187FE264BA}" destId="{3AD9F1CB-C7A5-594B-A0CC-F38E19393921}" srcOrd="2" destOrd="0" presId="urn:microsoft.com/office/officeart/2016/7/layout/LinearArrowProcessNumbered"/>
    <dgm:cxn modelId="{2EFB33E0-90E5-3A4D-B60C-3FEC5E2A6425}" type="presParOf" srcId="{BAF2F361-5155-A64C-8117-F2187FE264BA}" destId="{1D6A1785-D9E1-B842-90BD-D6A7681E115B}" srcOrd="3" destOrd="0" presId="urn:microsoft.com/office/officeart/2016/7/layout/LinearArrowProcessNumbered"/>
    <dgm:cxn modelId="{1C2898B1-E4D4-1445-95EA-2031313CF739}" type="presParOf" srcId="{E9940BED-CEB0-274A-889E-05E5100E9E21}" destId="{D8E828A0-6FD1-B04E-BB5C-3DECC53CF1D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6EAF94-AE59-40B1-8FAB-09EC622C89F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EC7C21-78DD-4AA2-B482-843EFDBC4B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Datasets</a:t>
          </a:r>
          <a:endParaRPr lang="en-US"/>
        </a:p>
      </dgm:t>
    </dgm:pt>
    <dgm:pt modelId="{3587D1E1-8B84-462C-86FE-F123FB0AE534}" type="parTrans" cxnId="{3707670B-702F-408C-A7F8-D19F075E109E}">
      <dgm:prSet/>
      <dgm:spPr/>
      <dgm:t>
        <a:bodyPr/>
        <a:lstStyle/>
        <a:p>
          <a:endParaRPr lang="en-US"/>
        </a:p>
      </dgm:t>
    </dgm:pt>
    <dgm:pt modelId="{B00A531C-E81A-4466-B821-7C4D5C0968C0}" type="sibTrans" cxnId="{3707670B-702F-408C-A7F8-D19F075E109E}">
      <dgm:prSet/>
      <dgm:spPr/>
      <dgm:t>
        <a:bodyPr/>
        <a:lstStyle/>
        <a:p>
          <a:endParaRPr lang="en-US"/>
        </a:p>
      </dgm:t>
    </dgm:pt>
    <dgm:pt modelId="{5B4FB34A-71F9-4AA6-A1E8-3080507B7094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GB" b="1" dirty="0" err="1"/>
            <a:t>Kvasir</a:t>
          </a:r>
          <a:r>
            <a:rPr lang="en-GB" dirty="0"/>
            <a:t>: 1000 polyp images</a:t>
          </a:r>
        </a:p>
        <a:p>
          <a:pPr>
            <a:lnSpc>
              <a:spcPct val="100000"/>
            </a:lnSpc>
            <a:buNone/>
          </a:pPr>
          <a:r>
            <a:rPr lang="en-GB" b="1" dirty="0"/>
            <a:t>ETIS-</a:t>
          </a:r>
          <a:r>
            <a:rPr lang="en-GB" b="1" dirty="0" err="1"/>
            <a:t>Larib</a:t>
          </a:r>
          <a:r>
            <a:rPr lang="en-GB" dirty="0"/>
            <a:t>: dataset is a set of 196 high-resolution colonoscopy polyp images</a:t>
          </a:r>
          <a:endParaRPr lang="en-US" dirty="0"/>
        </a:p>
      </dgm:t>
    </dgm:pt>
    <dgm:pt modelId="{197318F3-C0B8-41E1-8D07-9C10A4188563}" type="parTrans" cxnId="{08B4B145-F8F0-4511-8934-F386D0E4735F}">
      <dgm:prSet/>
      <dgm:spPr/>
      <dgm:t>
        <a:bodyPr/>
        <a:lstStyle/>
        <a:p>
          <a:endParaRPr lang="en-US"/>
        </a:p>
      </dgm:t>
    </dgm:pt>
    <dgm:pt modelId="{54BA1090-6DBA-4CAE-9DE2-8D9F96CA394E}" type="sibTrans" cxnId="{08B4B145-F8F0-4511-8934-F386D0E4735F}">
      <dgm:prSet/>
      <dgm:spPr/>
      <dgm:t>
        <a:bodyPr/>
        <a:lstStyle/>
        <a:p>
          <a:endParaRPr lang="en-US"/>
        </a:p>
      </dgm:t>
    </dgm:pt>
    <dgm:pt modelId="{E46B4923-15EA-4222-87B2-545CC564B3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Preprocessing</a:t>
          </a:r>
          <a:endParaRPr lang="en-US"/>
        </a:p>
      </dgm:t>
    </dgm:pt>
    <dgm:pt modelId="{0E01FF82-1E04-43D8-96AA-8826950A3D3F}" type="parTrans" cxnId="{CCF43235-11ED-47EC-B238-B04503B98004}">
      <dgm:prSet/>
      <dgm:spPr/>
      <dgm:t>
        <a:bodyPr/>
        <a:lstStyle/>
        <a:p>
          <a:endParaRPr lang="en-US"/>
        </a:p>
      </dgm:t>
    </dgm:pt>
    <dgm:pt modelId="{0361DDF5-6678-4061-B560-EA2FF855751B}" type="sibTrans" cxnId="{CCF43235-11ED-47EC-B238-B04503B98004}">
      <dgm:prSet/>
      <dgm:spPr/>
      <dgm:t>
        <a:bodyPr/>
        <a:lstStyle/>
        <a:p>
          <a:endParaRPr lang="en-US"/>
        </a:p>
      </dgm:t>
    </dgm:pt>
    <dgm:pt modelId="{416AF007-C6CA-440C-AAF3-F71E8749AD72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GB" b="1" dirty="0" err="1"/>
            <a:t>Kvasir</a:t>
          </a:r>
          <a:r>
            <a:rPr lang="en-GB" b="1" dirty="0"/>
            <a:t>  </a:t>
          </a:r>
          <a:r>
            <a:rPr lang="en-GB" b="1" dirty="0">
              <a:sym typeface="Wingdings" panose="05000000000000000000" pitchFamily="2" charset="2"/>
            </a:rPr>
            <a:t></a:t>
          </a:r>
          <a:r>
            <a:rPr lang="en-GB" b="1" dirty="0"/>
            <a:t> </a:t>
          </a:r>
          <a:r>
            <a:rPr lang="en-GB" dirty="0"/>
            <a:t>Resize to </a:t>
          </a:r>
          <a:r>
            <a:rPr lang="en-GB" b="1" dirty="0"/>
            <a:t>256 × 256</a:t>
          </a:r>
          <a:endParaRPr lang="en-US" dirty="0"/>
        </a:p>
      </dgm:t>
    </dgm:pt>
    <dgm:pt modelId="{89C03E77-5C90-4839-B8A6-EE8408529A87}" type="parTrans" cxnId="{8CBD54A1-764D-4324-9A8F-831DEBDBC23D}">
      <dgm:prSet/>
      <dgm:spPr/>
      <dgm:t>
        <a:bodyPr/>
        <a:lstStyle/>
        <a:p>
          <a:endParaRPr lang="en-US"/>
        </a:p>
      </dgm:t>
    </dgm:pt>
    <dgm:pt modelId="{25AC0334-A78A-4D42-B13D-67567BE41670}" type="sibTrans" cxnId="{8CBD54A1-764D-4324-9A8F-831DEBDBC23D}">
      <dgm:prSet/>
      <dgm:spPr/>
      <dgm:t>
        <a:bodyPr/>
        <a:lstStyle/>
        <a:p>
          <a:endParaRPr lang="en-US"/>
        </a:p>
      </dgm:t>
    </dgm:pt>
    <dgm:pt modelId="{A138900B-549F-43DF-95DD-65D68EDE395B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GB" b="1" dirty="0"/>
            <a:t>ETIS-</a:t>
          </a:r>
          <a:r>
            <a:rPr lang="en-GB" b="1" dirty="0" err="1"/>
            <a:t>Larib</a:t>
          </a:r>
          <a:r>
            <a:rPr lang="en-GB" b="1" dirty="0"/>
            <a:t> </a:t>
          </a:r>
          <a:r>
            <a:rPr lang="en-GB" b="1" dirty="0">
              <a:sym typeface="Wingdings" panose="05000000000000000000" pitchFamily="2" charset="2"/>
            </a:rPr>
            <a:t></a:t>
          </a:r>
          <a:r>
            <a:rPr lang="en-GB" b="1" dirty="0"/>
            <a:t> </a:t>
          </a:r>
          <a:r>
            <a:rPr lang="en-GB" dirty="0"/>
            <a:t>Resize to</a:t>
          </a:r>
          <a:r>
            <a:rPr lang="en-GB" b="1" dirty="0"/>
            <a:t> 512 × 512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GB" dirty="0"/>
            <a:t>bounding boxes generated from masks.</a:t>
          </a:r>
          <a:endParaRPr lang="en-US" dirty="0"/>
        </a:p>
      </dgm:t>
    </dgm:pt>
    <dgm:pt modelId="{1699AA8A-176F-4B5F-847D-1FB434F2E3F2}" type="parTrans" cxnId="{7BBC0B0B-FA43-480C-A7F6-AEB6973DF5A0}">
      <dgm:prSet/>
      <dgm:spPr/>
      <dgm:t>
        <a:bodyPr/>
        <a:lstStyle/>
        <a:p>
          <a:endParaRPr lang="en-US"/>
        </a:p>
      </dgm:t>
    </dgm:pt>
    <dgm:pt modelId="{4F0124B1-643C-4C74-9B51-32BAA0C0862F}" type="sibTrans" cxnId="{7BBC0B0B-FA43-480C-A7F6-AEB6973DF5A0}">
      <dgm:prSet/>
      <dgm:spPr/>
      <dgm:t>
        <a:bodyPr/>
        <a:lstStyle/>
        <a:p>
          <a:endParaRPr lang="en-US"/>
        </a:p>
      </dgm:t>
    </dgm:pt>
    <dgm:pt modelId="{BB6977A6-F464-4BDD-A8F3-B44FD584E383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GB" dirty="0"/>
            <a:t>Split 8:1:1</a:t>
          </a:r>
          <a:endParaRPr lang="en-US" dirty="0"/>
        </a:p>
      </dgm:t>
    </dgm:pt>
    <dgm:pt modelId="{25745EFC-7E6B-4BD1-9A98-CA82D4FDC7DD}" type="parTrans" cxnId="{C6B272B7-5348-4AC0-897F-65BB03BB48CF}">
      <dgm:prSet/>
      <dgm:spPr/>
      <dgm:t>
        <a:bodyPr/>
        <a:lstStyle/>
        <a:p>
          <a:endParaRPr lang="en-US"/>
        </a:p>
      </dgm:t>
    </dgm:pt>
    <dgm:pt modelId="{D8E34F46-5F2F-4E8E-A449-FA9F1478605F}" type="sibTrans" cxnId="{C6B272B7-5348-4AC0-897F-65BB03BB48CF}">
      <dgm:prSet/>
      <dgm:spPr/>
      <dgm:t>
        <a:bodyPr/>
        <a:lstStyle/>
        <a:p>
          <a:endParaRPr lang="en-US"/>
        </a:p>
      </dgm:t>
    </dgm:pt>
    <dgm:pt modelId="{B94C728A-9E24-4852-94E2-AB5F15CB1F06}" type="pres">
      <dgm:prSet presAssocID="{486EAF94-AE59-40B1-8FAB-09EC622C89FE}" presName="root" presStyleCnt="0">
        <dgm:presLayoutVars>
          <dgm:dir/>
          <dgm:resizeHandles val="exact"/>
        </dgm:presLayoutVars>
      </dgm:prSet>
      <dgm:spPr/>
    </dgm:pt>
    <dgm:pt modelId="{3D653BB3-DA1C-41D9-9257-9DAF8FF3F762}" type="pres">
      <dgm:prSet presAssocID="{5EEC7C21-78DD-4AA2-B482-843EFDBC4B6E}" presName="compNode" presStyleCnt="0"/>
      <dgm:spPr/>
    </dgm:pt>
    <dgm:pt modelId="{0A2D65DB-60B6-4BC9-BD86-C9E7B77E05A3}" type="pres">
      <dgm:prSet presAssocID="{5EEC7C21-78DD-4AA2-B482-843EFDBC4B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A814917-8A6E-4B5D-8B1A-7BEC1B9F867D}" type="pres">
      <dgm:prSet presAssocID="{5EEC7C21-78DD-4AA2-B482-843EFDBC4B6E}" presName="iconSpace" presStyleCnt="0"/>
      <dgm:spPr/>
    </dgm:pt>
    <dgm:pt modelId="{AFD22FBB-D613-4A70-87BB-C48BFABA044F}" type="pres">
      <dgm:prSet presAssocID="{5EEC7C21-78DD-4AA2-B482-843EFDBC4B6E}" presName="parTx" presStyleLbl="revTx" presStyleIdx="0" presStyleCnt="4">
        <dgm:presLayoutVars>
          <dgm:chMax val="0"/>
          <dgm:chPref val="0"/>
        </dgm:presLayoutVars>
      </dgm:prSet>
      <dgm:spPr/>
    </dgm:pt>
    <dgm:pt modelId="{1407E5D0-C14B-45F1-B38A-416C35FE123B}" type="pres">
      <dgm:prSet presAssocID="{5EEC7C21-78DD-4AA2-B482-843EFDBC4B6E}" presName="txSpace" presStyleCnt="0"/>
      <dgm:spPr/>
    </dgm:pt>
    <dgm:pt modelId="{283F23D2-CED0-43CE-BB38-AA89AB8DA327}" type="pres">
      <dgm:prSet presAssocID="{5EEC7C21-78DD-4AA2-B482-843EFDBC4B6E}" presName="desTx" presStyleLbl="revTx" presStyleIdx="1" presStyleCnt="4">
        <dgm:presLayoutVars/>
      </dgm:prSet>
      <dgm:spPr/>
    </dgm:pt>
    <dgm:pt modelId="{363AA269-25A3-4494-86A8-197E0B3F5FCC}" type="pres">
      <dgm:prSet presAssocID="{B00A531C-E81A-4466-B821-7C4D5C0968C0}" presName="sibTrans" presStyleCnt="0"/>
      <dgm:spPr/>
    </dgm:pt>
    <dgm:pt modelId="{E9EFC88C-A2C2-4554-9F2F-DCCA6EAE3B42}" type="pres">
      <dgm:prSet presAssocID="{E46B4923-15EA-4222-87B2-545CC564B3B1}" presName="compNode" presStyleCnt="0"/>
      <dgm:spPr/>
    </dgm:pt>
    <dgm:pt modelId="{BAA50693-5569-43E4-9450-99EA68BE36D4}" type="pres">
      <dgm:prSet presAssocID="{E46B4923-15EA-4222-87B2-545CC564B3B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708A70-6C26-42E3-9D74-6A09180C9B59}" type="pres">
      <dgm:prSet presAssocID="{E46B4923-15EA-4222-87B2-545CC564B3B1}" presName="iconSpace" presStyleCnt="0"/>
      <dgm:spPr/>
    </dgm:pt>
    <dgm:pt modelId="{E056ECF4-A563-495A-9922-9F4D48DF5BF0}" type="pres">
      <dgm:prSet presAssocID="{E46B4923-15EA-4222-87B2-545CC564B3B1}" presName="parTx" presStyleLbl="revTx" presStyleIdx="2" presStyleCnt="4">
        <dgm:presLayoutVars>
          <dgm:chMax val="0"/>
          <dgm:chPref val="0"/>
        </dgm:presLayoutVars>
      </dgm:prSet>
      <dgm:spPr/>
    </dgm:pt>
    <dgm:pt modelId="{89306336-455B-4862-A631-E3CF9DFAFBA0}" type="pres">
      <dgm:prSet presAssocID="{E46B4923-15EA-4222-87B2-545CC564B3B1}" presName="txSpace" presStyleCnt="0"/>
      <dgm:spPr/>
    </dgm:pt>
    <dgm:pt modelId="{D1BFBD56-6E63-409B-8C1D-CAEC281D2E5B}" type="pres">
      <dgm:prSet presAssocID="{E46B4923-15EA-4222-87B2-545CC564B3B1}" presName="desTx" presStyleLbl="revTx" presStyleIdx="3" presStyleCnt="4">
        <dgm:presLayoutVars/>
      </dgm:prSet>
      <dgm:spPr/>
    </dgm:pt>
  </dgm:ptLst>
  <dgm:cxnLst>
    <dgm:cxn modelId="{7BBC0B0B-FA43-480C-A7F6-AEB6973DF5A0}" srcId="{E46B4923-15EA-4222-87B2-545CC564B3B1}" destId="{A138900B-549F-43DF-95DD-65D68EDE395B}" srcOrd="1" destOrd="0" parTransId="{1699AA8A-176F-4B5F-847D-1FB434F2E3F2}" sibTransId="{4F0124B1-643C-4C74-9B51-32BAA0C0862F}"/>
    <dgm:cxn modelId="{3707670B-702F-408C-A7F8-D19F075E109E}" srcId="{486EAF94-AE59-40B1-8FAB-09EC622C89FE}" destId="{5EEC7C21-78DD-4AA2-B482-843EFDBC4B6E}" srcOrd="0" destOrd="0" parTransId="{3587D1E1-8B84-462C-86FE-F123FB0AE534}" sibTransId="{B00A531C-E81A-4466-B821-7C4D5C0968C0}"/>
    <dgm:cxn modelId="{E7FD460D-2B24-453A-839E-46B16B4E60EB}" type="presOf" srcId="{416AF007-C6CA-440C-AAF3-F71E8749AD72}" destId="{D1BFBD56-6E63-409B-8C1D-CAEC281D2E5B}" srcOrd="0" destOrd="0" presId="urn:microsoft.com/office/officeart/2018/2/layout/IconLabelDescriptionList"/>
    <dgm:cxn modelId="{CCF43235-11ED-47EC-B238-B04503B98004}" srcId="{486EAF94-AE59-40B1-8FAB-09EC622C89FE}" destId="{E46B4923-15EA-4222-87B2-545CC564B3B1}" srcOrd="1" destOrd="0" parTransId="{0E01FF82-1E04-43D8-96AA-8826950A3D3F}" sibTransId="{0361DDF5-6678-4061-B560-EA2FF855751B}"/>
    <dgm:cxn modelId="{E14C5F3F-5774-4291-B811-94A463E11D47}" type="presOf" srcId="{5EEC7C21-78DD-4AA2-B482-843EFDBC4B6E}" destId="{AFD22FBB-D613-4A70-87BB-C48BFABA044F}" srcOrd="0" destOrd="0" presId="urn:microsoft.com/office/officeart/2018/2/layout/IconLabelDescriptionList"/>
    <dgm:cxn modelId="{08B4B145-F8F0-4511-8934-F386D0E4735F}" srcId="{5EEC7C21-78DD-4AA2-B482-843EFDBC4B6E}" destId="{5B4FB34A-71F9-4AA6-A1E8-3080507B7094}" srcOrd="0" destOrd="0" parTransId="{197318F3-C0B8-41E1-8D07-9C10A4188563}" sibTransId="{54BA1090-6DBA-4CAE-9DE2-8D9F96CA394E}"/>
    <dgm:cxn modelId="{C4BC4F66-519A-4ECB-8FF2-DAED8C280316}" type="presOf" srcId="{E46B4923-15EA-4222-87B2-545CC564B3B1}" destId="{E056ECF4-A563-495A-9922-9F4D48DF5BF0}" srcOrd="0" destOrd="0" presId="urn:microsoft.com/office/officeart/2018/2/layout/IconLabelDescriptionList"/>
    <dgm:cxn modelId="{5F501A84-656D-4A17-BD1E-71860FE0FFD4}" type="presOf" srcId="{486EAF94-AE59-40B1-8FAB-09EC622C89FE}" destId="{B94C728A-9E24-4852-94E2-AB5F15CB1F06}" srcOrd="0" destOrd="0" presId="urn:microsoft.com/office/officeart/2018/2/layout/IconLabelDescriptionList"/>
    <dgm:cxn modelId="{CF8BA189-567C-47F7-BFAE-AFE5A32A0FBE}" type="presOf" srcId="{BB6977A6-F464-4BDD-A8F3-B44FD584E383}" destId="{D1BFBD56-6E63-409B-8C1D-CAEC281D2E5B}" srcOrd="0" destOrd="2" presId="urn:microsoft.com/office/officeart/2018/2/layout/IconLabelDescriptionList"/>
    <dgm:cxn modelId="{8CBD54A1-764D-4324-9A8F-831DEBDBC23D}" srcId="{E46B4923-15EA-4222-87B2-545CC564B3B1}" destId="{416AF007-C6CA-440C-AAF3-F71E8749AD72}" srcOrd="0" destOrd="0" parTransId="{89C03E77-5C90-4839-B8A6-EE8408529A87}" sibTransId="{25AC0334-A78A-4D42-B13D-67567BE41670}"/>
    <dgm:cxn modelId="{1D5E2AA2-7732-4C0A-AF6F-F5E53B199F20}" type="presOf" srcId="{A138900B-549F-43DF-95DD-65D68EDE395B}" destId="{D1BFBD56-6E63-409B-8C1D-CAEC281D2E5B}" srcOrd="0" destOrd="1" presId="urn:microsoft.com/office/officeart/2018/2/layout/IconLabelDescriptionList"/>
    <dgm:cxn modelId="{C6B272B7-5348-4AC0-897F-65BB03BB48CF}" srcId="{E46B4923-15EA-4222-87B2-545CC564B3B1}" destId="{BB6977A6-F464-4BDD-A8F3-B44FD584E383}" srcOrd="2" destOrd="0" parTransId="{25745EFC-7E6B-4BD1-9A98-CA82D4FDC7DD}" sibTransId="{D8E34F46-5F2F-4E8E-A449-FA9F1478605F}"/>
    <dgm:cxn modelId="{D46828D2-F682-4D30-BC22-9E62DD4179CA}" type="presOf" srcId="{5B4FB34A-71F9-4AA6-A1E8-3080507B7094}" destId="{283F23D2-CED0-43CE-BB38-AA89AB8DA327}" srcOrd="0" destOrd="0" presId="urn:microsoft.com/office/officeart/2018/2/layout/IconLabelDescriptionList"/>
    <dgm:cxn modelId="{BC600533-606A-44AD-A4B5-610B09B6E4C5}" type="presParOf" srcId="{B94C728A-9E24-4852-94E2-AB5F15CB1F06}" destId="{3D653BB3-DA1C-41D9-9257-9DAF8FF3F762}" srcOrd="0" destOrd="0" presId="urn:microsoft.com/office/officeart/2018/2/layout/IconLabelDescriptionList"/>
    <dgm:cxn modelId="{0A233E81-9278-4972-A34A-6E1851ECC4BA}" type="presParOf" srcId="{3D653BB3-DA1C-41D9-9257-9DAF8FF3F762}" destId="{0A2D65DB-60B6-4BC9-BD86-C9E7B77E05A3}" srcOrd="0" destOrd="0" presId="urn:microsoft.com/office/officeart/2018/2/layout/IconLabelDescriptionList"/>
    <dgm:cxn modelId="{B3DF4691-B8F1-4BC7-AF89-661941B31288}" type="presParOf" srcId="{3D653BB3-DA1C-41D9-9257-9DAF8FF3F762}" destId="{AA814917-8A6E-4B5D-8B1A-7BEC1B9F867D}" srcOrd="1" destOrd="0" presId="urn:microsoft.com/office/officeart/2018/2/layout/IconLabelDescriptionList"/>
    <dgm:cxn modelId="{11B97605-6693-43EE-BF74-F175FE2BF338}" type="presParOf" srcId="{3D653BB3-DA1C-41D9-9257-9DAF8FF3F762}" destId="{AFD22FBB-D613-4A70-87BB-C48BFABA044F}" srcOrd="2" destOrd="0" presId="urn:microsoft.com/office/officeart/2018/2/layout/IconLabelDescriptionList"/>
    <dgm:cxn modelId="{1EC65572-8D8E-4DEF-99D8-00D0CF97C111}" type="presParOf" srcId="{3D653BB3-DA1C-41D9-9257-9DAF8FF3F762}" destId="{1407E5D0-C14B-45F1-B38A-416C35FE123B}" srcOrd="3" destOrd="0" presId="urn:microsoft.com/office/officeart/2018/2/layout/IconLabelDescriptionList"/>
    <dgm:cxn modelId="{E8CB4E61-22AC-4BA1-94F0-35B06214A928}" type="presParOf" srcId="{3D653BB3-DA1C-41D9-9257-9DAF8FF3F762}" destId="{283F23D2-CED0-43CE-BB38-AA89AB8DA327}" srcOrd="4" destOrd="0" presId="urn:microsoft.com/office/officeart/2018/2/layout/IconLabelDescriptionList"/>
    <dgm:cxn modelId="{AC7DEB7A-89F3-4B50-812D-5059C2D6152B}" type="presParOf" srcId="{B94C728A-9E24-4852-94E2-AB5F15CB1F06}" destId="{363AA269-25A3-4494-86A8-197E0B3F5FCC}" srcOrd="1" destOrd="0" presId="urn:microsoft.com/office/officeart/2018/2/layout/IconLabelDescriptionList"/>
    <dgm:cxn modelId="{2704CBA2-4E2A-4D37-A831-B79DE7C05E40}" type="presParOf" srcId="{B94C728A-9E24-4852-94E2-AB5F15CB1F06}" destId="{E9EFC88C-A2C2-4554-9F2F-DCCA6EAE3B42}" srcOrd="2" destOrd="0" presId="urn:microsoft.com/office/officeart/2018/2/layout/IconLabelDescriptionList"/>
    <dgm:cxn modelId="{7EC31E2D-54BA-47D5-9F55-156B66C63997}" type="presParOf" srcId="{E9EFC88C-A2C2-4554-9F2F-DCCA6EAE3B42}" destId="{BAA50693-5569-43E4-9450-99EA68BE36D4}" srcOrd="0" destOrd="0" presId="urn:microsoft.com/office/officeart/2018/2/layout/IconLabelDescriptionList"/>
    <dgm:cxn modelId="{3C316904-ACFC-4BAB-A9C5-9FD4E8E70124}" type="presParOf" srcId="{E9EFC88C-A2C2-4554-9F2F-DCCA6EAE3B42}" destId="{1B708A70-6C26-42E3-9D74-6A09180C9B59}" srcOrd="1" destOrd="0" presId="urn:microsoft.com/office/officeart/2018/2/layout/IconLabelDescriptionList"/>
    <dgm:cxn modelId="{36334A24-320B-4161-AA51-9621D572BBC6}" type="presParOf" srcId="{E9EFC88C-A2C2-4554-9F2F-DCCA6EAE3B42}" destId="{E056ECF4-A563-495A-9922-9F4D48DF5BF0}" srcOrd="2" destOrd="0" presId="urn:microsoft.com/office/officeart/2018/2/layout/IconLabelDescriptionList"/>
    <dgm:cxn modelId="{C9A0570B-101C-465B-87B8-74390AD9113D}" type="presParOf" srcId="{E9EFC88C-A2C2-4554-9F2F-DCCA6EAE3B42}" destId="{89306336-455B-4862-A631-E3CF9DFAFBA0}" srcOrd="3" destOrd="0" presId="urn:microsoft.com/office/officeart/2018/2/layout/IconLabelDescriptionList"/>
    <dgm:cxn modelId="{F382D8C0-DD93-46CA-8994-17A923549AE1}" type="presParOf" srcId="{E9EFC88C-A2C2-4554-9F2F-DCCA6EAE3B42}" destId="{D1BFBD56-6E63-409B-8C1D-CAEC281D2E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68F4A-8638-1346-BC4E-BE099634602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A6846-D475-D84E-8DC7-88D5ACC25E8A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Colorectal cancer prevention relies on accurate </a:t>
          </a:r>
          <a:r>
            <a:rPr lang="en-GB" sz="2700" b="1" kern="1200"/>
            <a:t>polyp detection</a:t>
          </a:r>
          <a:r>
            <a:rPr lang="en-GB" sz="2700" kern="1200"/>
            <a:t>.</a:t>
          </a:r>
          <a:endParaRPr lang="en-US" sz="2700" kern="1200"/>
        </a:p>
      </dsp:txBody>
      <dsp:txXfrm>
        <a:off x="0" y="0"/>
        <a:ext cx="6900512" cy="1384035"/>
      </dsp:txXfrm>
    </dsp:sp>
    <dsp:sp modelId="{91929E5E-9DF0-A04C-A1F2-C49C11F4C5B0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A10CE-6470-074E-8827-CC8B4DB85DB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However, detectors suffer from </a:t>
          </a:r>
          <a:r>
            <a:rPr lang="en-GB" sz="2700" b="1" kern="1200"/>
            <a:t>high false-positive rates</a:t>
          </a:r>
          <a:r>
            <a:rPr lang="en-GB" sz="2700" kern="1200"/>
            <a:t>.</a:t>
          </a:r>
          <a:endParaRPr lang="en-US" sz="2700" kern="1200"/>
        </a:p>
      </dsp:txBody>
      <dsp:txXfrm>
        <a:off x="0" y="1384035"/>
        <a:ext cx="6900512" cy="1384035"/>
      </dsp:txXfrm>
    </dsp:sp>
    <dsp:sp modelId="{E7D236B0-DC39-844C-9D55-6BBC5558B59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C090D-6A72-0F41-804C-398F5E6843AD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Background patterns (folds, shadows, highlights) often </a:t>
          </a:r>
          <a:r>
            <a:rPr lang="en-GB" sz="2700" b="1" kern="1200"/>
            <a:t>mimic polyps</a:t>
          </a:r>
          <a:r>
            <a:rPr lang="en-GB" sz="2700" kern="1200"/>
            <a:t>.</a:t>
          </a:r>
          <a:endParaRPr lang="en-US" sz="2700" kern="1200"/>
        </a:p>
      </dsp:txBody>
      <dsp:txXfrm>
        <a:off x="0" y="2768070"/>
        <a:ext cx="6900512" cy="1384035"/>
      </dsp:txXfrm>
    </dsp:sp>
    <dsp:sp modelId="{E7ADC309-CC6B-FE44-AE89-D509CDCD8896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6007A-33DC-A948-9861-6758334E6931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Existing augmentation methods mostly generate </a:t>
          </a:r>
          <a:r>
            <a:rPr lang="en-GB" sz="2700" b="1" kern="1200"/>
            <a:t>positive samples</a:t>
          </a:r>
          <a:r>
            <a:rPr lang="en-GB" sz="2700" kern="1200"/>
            <a:t>, not </a:t>
          </a:r>
          <a:r>
            <a:rPr lang="en-GB" sz="2700" b="1" kern="1200"/>
            <a:t>challenging negatives</a:t>
          </a:r>
          <a:r>
            <a:rPr lang="en-GB" sz="2700" kern="1200"/>
            <a:t>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F668C-7924-0949-A73B-749BE83F093A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1AAC4-FC96-A14E-8E52-D918EE3F95D3}">
      <dsp:nvSpPr>
        <dsp:cNvPr id="0" name=""/>
        <dsp:cNvSpPr/>
      </dsp:nvSpPr>
      <dsp:spPr>
        <a:xfrm>
          <a:off x="0" y="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Existing Approaches</a:t>
          </a:r>
          <a:endParaRPr lang="en-US" sz="1900" kern="1200"/>
        </a:p>
      </dsp:txBody>
      <dsp:txXfrm>
        <a:off x="0" y="0"/>
        <a:ext cx="1380102" cy="2768070"/>
      </dsp:txXfrm>
    </dsp:sp>
    <dsp:sp modelId="{D572518D-3C33-B846-8920-DE3A48487AF0}">
      <dsp:nvSpPr>
        <dsp:cNvPr id="0" name=""/>
        <dsp:cNvSpPr/>
      </dsp:nvSpPr>
      <dsp:spPr>
        <a:xfrm>
          <a:off x="1483610" y="43251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GAN-based synthetic polyp generation (pix2pix, DS-GAN, ControlPolypNet) </a:t>
          </a:r>
          <a:r>
            <a:rPr lang="en-GB" sz="1700" kern="1200">
              <a:sym typeface="Wingdings" panose="05000000000000000000" pitchFamily="2" charset="2"/>
            </a:rPr>
            <a:t></a:t>
          </a:r>
          <a:r>
            <a:rPr lang="en-GB" sz="1700" kern="1200"/>
            <a:t> focus on generating positive samples</a:t>
          </a:r>
          <a:endParaRPr lang="en-US" sz="1700" kern="1200"/>
        </a:p>
      </dsp:txBody>
      <dsp:txXfrm>
        <a:off x="1483610" y="43251"/>
        <a:ext cx="5416901" cy="865022"/>
      </dsp:txXfrm>
    </dsp:sp>
    <dsp:sp modelId="{F657E565-5CE3-7448-BFF8-5CB7F6603C6E}">
      <dsp:nvSpPr>
        <dsp:cNvPr id="0" name=""/>
        <dsp:cNvSpPr/>
      </dsp:nvSpPr>
      <dsp:spPr>
        <a:xfrm>
          <a:off x="1380102" y="908273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DCD72-2292-D44F-BD45-B5D8DC838125}">
      <dsp:nvSpPr>
        <dsp:cNvPr id="0" name=""/>
        <dsp:cNvSpPr/>
      </dsp:nvSpPr>
      <dsp:spPr>
        <a:xfrm>
          <a:off x="1483610" y="951524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Adversarial attacks for robustness (APGD, FAB).</a:t>
          </a:r>
          <a:endParaRPr lang="en-US" sz="1700" kern="1200"/>
        </a:p>
      </dsp:txBody>
      <dsp:txXfrm>
        <a:off x="1483610" y="951524"/>
        <a:ext cx="5416901" cy="865022"/>
      </dsp:txXfrm>
    </dsp:sp>
    <dsp:sp modelId="{A8C59BAF-59CD-7F49-8D03-5D4ED1334AB4}">
      <dsp:nvSpPr>
        <dsp:cNvPr id="0" name=""/>
        <dsp:cNvSpPr/>
      </dsp:nvSpPr>
      <dsp:spPr>
        <a:xfrm>
          <a:off x="1380102" y="1816546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FD217-47EF-C548-B1CA-75DD64D78999}">
      <dsp:nvSpPr>
        <dsp:cNvPr id="0" name=""/>
        <dsp:cNvSpPr/>
      </dsp:nvSpPr>
      <dsp:spPr>
        <a:xfrm>
          <a:off x="1483610" y="1859797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Inpainting models (Repaint, LaMa).</a:t>
          </a:r>
          <a:endParaRPr lang="en-US" sz="1700" kern="1200"/>
        </a:p>
      </dsp:txBody>
      <dsp:txXfrm>
        <a:off x="1483610" y="1859797"/>
        <a:ext cx="5416901" cy="865022"/>
      </dsp:txXfrm>
    </dsp:sp>
    <dsp:sp modelId="{19B44A77-623F-894A-B124-31B2879364AB}">
      <dsp:nvSpPr>
        <dsp:cNvPr id="0" name=""/>
        <dsp:cNvSpPr/>
      </dsp:nvSpPr>
      <dsp:spPr>
        <a:xfrm>
          <a:off x="1380102" y="2724819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8CEAD-710B-DE41-A6A3-0637D9057E3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A2CFA-1188-2347-AA5A-0710293AE33D}">
      <dsp:nvSpPr>
        <dsp:cNvPr id="0" name=""/>
        <dsp:cNvSpPr/>
      </dsp:nvSpPr>
      <dsp:spPr>
        <a:xfrm>
          <a:off x="0" y="2768070"/>
          <a:ext cx="138010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Gaps in Literature</a:t>
          </a:r>
          <a:endParaRPr lang="en-US" sz="1900" kern="1200"/>
        </a:p>
      </dsp:txBody>
      <dsp:txXfrm>
        <a:off x="0" y="2768070"/>
        <a:ext cx="1380102" cy="2768070"/>
      </dsp:txXfrm>
    </dsp:sp>
    <dsp:sp modelId="{78F97F09-A19F-CF4A-A5D1-22ECC1E12696}">
      <dsp:nvSpPr>
        <dsp:cNvPr id="0" name=""/>
        <dsp:cNvSpPr/>
      </dsp:nvSpPr>
      <dsp:spPr>
        <a:xfrm>
          <a:off x="1483610" y="2811321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Most methods </a:t>
          </a:r>
          <a:r>
            <a:rPr lang="en-GB" sz="1700" b="1" kern="1200"/>
            <a:t>ignore negative samples</a:t>
          </a:r>
          <a:r>
            <a:rPr lang="en-GB" sz="1700" kern="1200"/>
            <a:t>.</a:t>
          </a:r>
          <a:endParaRPr lang="en-US" sz="1700" kern="1200"/>
        </a:p>
      </dsp:txBody>
      <dsp:txXfrm>
        <a:off x="1483610" y="2811321"/>
        <a:ext cx="5416901" cy="865022"/>
      </dsp:txXfrm>
    </dsp:sp>
    <dsp:sp modelId="{1D8C6F62-A832-294A-A070-2E94159D9712}">
      <dsp:nvSpPr>
        <dsp:cNvPr id="0" name=""/>
        <dsp:cNvSpPr/>
      </dsp:nvSpPr>
      <dsp:spPr>
        <a:xfrm>
          <a:off x="1380102" y="3676343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DD235-0995-A44B-B919-CFC48418BB35}">
      <dsp:nvSpPr>
        <dsp:cNvPr id="0" name=""/>
        <dsp:cNvSpPr/>
      </dsp:nvSpPr>
      <dsp:spPr>
        <a:xfrm>
          <a:off x="1483610" y="3719594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No prior work on </a:t>
          </a:r>
          <a:r>
            <a:rPr lang="en-GB" sz="1700" b="1" kern="1200"/>
            <a:t>targeted false-positive synthesis</a:t>
          </a:r>
          <a:r>
            <a:rPr lang="en-GB" sz="1700" kern="1200"/>
            <a:t>.</a:t>
          </a:r>
          <a:endParaRPr lang="en-US" sz="1700" kern="1200"/>
        </a:p>
      </dsp:txBody>
      <dsp:txXfrm>
        <a:off x="1483610" y="3719594"/>
        <a:ext cx="5416901" cy="865022"/>
      </dsp:txXfrm>
    </dsp:sp>
    <dsp:sp modelId="{21046DAF-9773-A545-AF0B-222AE0AEC8DA}">
      <dsp:nvSpPr>
        <dsp:cNvPr id="0" name=""/>
        <dsp:cNvSpPr/>
      </dsp:nvSpPr>
      <dsp:spPr>
        <a:xfrm>
          <a:off x="1380102" y="4584616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771B7-7871-FA41-87D8-6F585AB06275}">
      <dsp:nvSpPr>
        <dsp:cNvPr id="0" name=""/>
        <dsp:cNvSpPr/>
      </dsp:nvSpPr>
      <dsp:spPr>
        <a:xfrm>
          <a:off x="1483610" y="4627867"/>
          <a:ext cx="5416901" cy="86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Limited realism and poor control over generated patterns.</a:t>
          </a:r>
          <a:endParaRPr lang="en-US" sz="1700" kern="1200"/>
        </a:p>
      </dsp:txBody>
      <dsp:txXfrm>
        <a:off x="1483610" y="4627867"/>
        <a:ext cx="5416901" cy="865022"/>
      </dsp:txXfrm>
    </dsp:sp>
    <dsp:sp modelId="{849AB48B-1948-A449-886F-D8628C158F6F}">
      <dsp:nvSpPr>
        <dsp:cNvPr id="0" name=""/>
        <dsp:cNvSpPr/>
      </dsp:nvSpPr>
      <dsp:spPr>
        <a:xfrm>
          <a:off x="1380102" y="5492889"/>
          <a:ext cx="5520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63C82-54C8-2F49-AFDA-59D037D7BE55}">
      <dsp:nvSpPr>
        <dsp:cNvPr id="0" name=""/>
        <dsp:cNvSpPr/>
      </dsp:nvSpPr>
      <dsp:spPr>
        <a:xfrm>
          <a:off x="693419" y="1702438"/>
          <a:ext cx="551367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08388-9FB6-E242-B92C-AE9713E5A781}">
      <dsp:nvSpPr>
        <dsp:cNvPr id="0" name=""/>
        <dsp:cNvSpPr/>
      </dsp:nvSpPr>
      <dsp:spPr>
        <a:xfrm>
          <a:off x="1277869" y="1656113"/>
          <a:ext cx="63407" cy="11920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BEFEE-0E9C-1146-B50D-A757FDE52187}">
      <dsp:nvSpPr>
        <dsp:cNvPr id="0" name=""/>
        <dsp:cNvSpPr/>
      </dsp:nvSpPr>
      <dsp:spPr>
        <a:xfrm>
          <a:off x="376155" y="1454130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</a:t>
          </a:r>
        </a:p>
      </dsp:txBody>
      <dsp:txXfrm>
        <a:off x="448893" y="1526868"/>
        <a:ext cx="351211" cy="351211"/>
      </dsp:txXfrm>
    </dsp:sp>
    <dsp:sp modelId="{D7F4C5D6-CFCE-8244-8E87-E31C6038885D}">
      <dsp:nvSpPr>
        <dsp:cNvPr id="0" name=""/>
        <dsp:cNvSpPr/>
      </dsp:nvSpPr>
      <dsp:spPr>
        <a:xfrm>
          <a:off x="4210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Real image → select polyp region</a:t>
          </a:r>
          <a:endParaRPr lang="en-US" sz="1100" b="0" kern="1200" dirty="0"/>
        </a:p>
      </dsp:txBody>
      <dsp:txXfrm>
        <a:off x="4210" y="2364529"/>
        <a:ext cx="1240576" cy="1717485"/>
      </dsp:txXfrm>
    </dsp:sp>
    <dsp:sp modelId="{AFD4A844-1FF2-114A-9488-495ADAA5CCB6}">
      <dsp:nvSpPr>
        <dsp:cNvPr id="0" name=""/>
        <dsp:cNvSpPr/>
      </dsp:nvSpPr>
      <dsp:spPr>
        <a:xfrm>
          <a:off x="1382628" y="1702435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C9503-508F-3541-85F8-7E4DBC3A2E2C}">
      <dsp:nvSpPr>
        <dsp:cNvPr id="0" name=""/>
        <dsp:cNvSpPr/>
      </dsp:nvSpPr>
      <dsp:spPr>
        <a:xfrm>
          <a:off x="2656287" y="1656111"/>
          <a:ext cx="63407" cy="11921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8248C-A995-114E-B2A4-0B9E465466B8}">
      <dsp:nvSpPr>
        <dsp:cNvPr id="0" name=""/>
        <dsp:cNvSpPr/>
      </dsp:nvSpPr>
      <dsp:spPr>
        <a:xfrm>
          <a:off x="1754573" y="1454127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</a:t>
          </a:r>
        </a:p>
      </dsp:txBody>
      <dsp:txXfrm>
        <a:off x="1827311" y="1526865"/>
        <a:ext cx="351211" cy="351211"/>
      </dsp:txXfrm>
    </dsp:sp>
    <dsp:sp modelId="{BFBC3B39-A50A-5642-9DE6-475C722413C2}">
      <dsp:nvSpPr>
        <dsp:cNvPr id="0" name=""/>
        <dsp:cNvSpPr/>
      </dsp:nvSpPr>
      <dsp:spPr>
        <a:xfrm>
          <a:off x="1382628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Create mask → define editable region</a:t>
          </a:r>
          <a:endParaRPr lang="en-US" sz="1100" b="0" kern="1200" dirty="0"/>
        </a:p>
      </dsp:txBody>
      <dsp:txXfrm>
        <a:off x="1382628" y="2364529"/>
        <a:ext cx="1240576" cy="1717485"/>
      </dsp:txXfrm>
    </dsp:sp>
    <dsp:sp modelId="{7FAA76F6-0203-DF48-802F-68FBCFF2C91B}">
      <dsp:nvSpPr>
        <dsp:cNvPr id="0" name=""/>
        <dsp:cNvSpPr/>
      </dsp:nvSpPr>
      <dsp:spPr>
        <a:xfrm>
          <a:off x="2761046" y="1702434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4AFF0-DF14-A34D-98BC-79A7AC763343}">
      <dsp:nvSpPr>
        <dsp:cNvPr id="0" name=""/>
        <dsp:cNvSpPr/>
      </dsp:nvSpPr>
      <dsp:spPr>
        <a:xfrm>
          <a:off x="4034705" y="1656110"/>
          <a:ext cx="63407" cy="11921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1205B-820A-8D4A-AA45-EEA62F899233}">
      <dsp:nvSpPr>
        <dsp:cNvPr id="0" name=""/>
        <dsp:cNvSpPr/>
      </dsp:nvSpPr>
      <dsp:spPr>
        <a:xfrm>
          <a:off x="3132991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</a:t>
          </a:r>
        </a:p>
      </dsp:txBody>
      <dsp:txXfrm>
        <a:off x="3205729" y="1526864"/>
        <a:ext cx="351211" cy="351211"/>
      </dsp:txXfrm>
    </dsp:sp>
    <dsp:sp modelId="{07C804B2-8B7A-A643-901B-B783B52ECD54}">
      <dsp:nvSpPr>
        <dsp:cNvPr id="0" name=""/>
        <dsp:cNvSpPr/>
      </dsp:nvSpPr>
      <dsp:spPr>
        <a:xfrm>
          <a:off x="2761046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Replace background with random noise </a:t>
          </a:r>
          <a:r>
            <a:rPr lang="en-GB" sz="1100" b="0" kern="1200" dirty="0">
              <a:sym typeface="Wingdings" panose="05000000000000000000" pitchFamily="2" charset="2"/>
            </a:rPr>
            <a:t></a:t>
          </a:r>
          <a:r>
            <a:rPr lang="en-GB" sz="1100" b="0" kern="1200" dirty="0"/>
            <a:t> Polyp region kept </a:t>
          </a:r>
          <a:endParaRPr lang="en-US" sz="1100" b="0" kern="1200" dirty="0"/>
        </a:p>
      </dsp:txBody>
      <dsp:txXfrm>
        <a:off x="2761046" y="2364529"/>
        <a:ext cx="1240576" cy="1717485"/>
      </dsp:txXfrm>
    </dsp:sp>
    <dsp:sp modelId="{AEAEB6DE-0647-6248-9FBE-23AEEC20620B}">
      <dsp:nvSpPr>
        <dsp:cNvPr id="0" name=""/>
        <dsp:cNvSpPr/>
      </dsp:nvSpPr>
      <dsp:spPr>
        <a:xfrm>
          <a:off x="4139465" y="1702434"/>
          <a:ext cx="12405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B5A7E-3A72-6B45-B545-77031A882735}">
      <dsp:nvSpPr>
        <dsp:cNvPr id="0" name=""/>
        <dsp:cNvSpPr/>
      </dsp:nvSpPr>
      <dsp:spPr>
        <a:xfrm>
          <a:off x="5413123" y="1656110"/>
          <a:ext cx="63407" cy="11921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7C3BB-702B-DE48-8BC0-F410BBADBE6C}">
      <dsp:nvSpPr>
        <dsp:cNvPr id="0" name=""/>
        <dsp:cNvSpPr/>
      </dsp:nvSpPr>
      <dsp:spPr>
        <a:xfrm>
          <a:off x="4511409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</a:t>
          </a:r>
        </a:p>
      </dsp:txBody>
      <dsp:txXfrm>
        <a:off x="4584147" y="1526864"/>
        <a:ext cx="351211" cy="351211"/>
      </dsp:txXfrm>
    </dsp:sp>
    <dsp:sp modelId="{32956F9E-8A8A-1A4A-A4B5-352DDCDC6FB3}">
      <dsp:nvSpPr>
        <dsp:cNvPr id="0" name=""/>
        <dsp:cNvSpPr/>
      </dsp:nvSpPr>
      <dsp:spPr>
        <a:xfrm>
          <a:off x="4139465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BG-De will reconstruct the background </a:t>
          </a:r>
          <a:r>
            <a:rPr lang="en-GB" sz="1100" b="0" kern="1200" dirty="0">
              <a:sym typeface="Wingdings" panose="05000000000000000000" pitchFamily="2" charset="2"/>
            </a:rPr>
            <a:t></a:t>
          </a:r>
          <a:r>
            <a:rPr lang="en-GB" sz="1100" b="0" kern="1200" dirty="0"/>
            <a:t> diffusion model removes noise and restores background texture.</a:t>
          </a:r>
          <a:endParaRPr lang="en-US" sz="1100" b="0" kern="1200" dirty="0"/>
        </a:p>
      </dsp:txBody>
      <dsp:txXfrm>
        <a:off x="4139465" y="2364529"/>
        <a:ext cx="1240576" cy="1717485"/>
      </dsp:txXfrm>
    </dsp:sp>
    <dsp:sp modelId="{31B3C1E5-BAD7-2249-B6EE-2CB6DCD48783}">
      <dsp:nvSpPr>
        <dsp:cNvPr id="0" name=""/>
        <dsp:cNvSpPr/>
      </dsp:nvSpPr>
      <dsp:spPr>
        <a:xfrm>
          <a:off x="5517883" y="1702434"/>
          <a:ext cx="62028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9F1CB-C7A5-594B-A0CC-F38E19393921}">
      <dsp:nvSpPr>
        <dsp:cNvPr id="0" name=""/>
        <dsp:cNvSpPr/>
      </dsp:nvSpPr>
      <dsp:spPr>
        <a:xfrm>
          <a:off x="5889827" y="1454126"/>
          <a:ext cx="496687" cy="496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74" tIns="19274" rIns="19274" bIns="192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</a:t>
          </a:r>
        </a:p>
      </dsp:txBody>
      <dsp:txXfrm>
        <a:off x="5962565" y="1526864"/>
        <a:ext cx="351211" cy="351211"/>
      </dsp:txXfrm>
    </dsp:sp>
    <dsp:sp modelId="{D8E828A0-6FD1-B04E-BB5C-3DECC53CF1D8}">
      <dsp:nvSpPr>
        <dsp:cNvPr id="0" name=""/>
        <dsp:cNvSpPr/>
      </dsp:nvSpPr>
      <dsp:spPr>
        <a:xfrm>
          <a:off x="5517883" y="2116414"/>
          <a:ext cx="12405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58" tIns="165100" rIns="9785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Perturbations will push the polyp-like region</a:t>
          </a:r>
          <a:r>
            <a:rPr lang="en-GB" sz="1100" b="0" kern="1200" dirty="0">
              <a:sym typeface="Wingdings" panose="05000000000000000000" pitchFamily="2" charset="2"/>
            </a:rPr>
            <a:t></a:t>
          </a:r>
          <a:r>
            <a:rPr lang="en-GB" sz="1100" b="0" kern="1200" dirty="0"/>
            <a:t> The white region (the mask) becomes a synthetic false-positive pattern + The rest becomes realistic background</a:t>
          </a:r>
          <a:endParaRPr lang="en-US" sz="1100" b="0" kern="1200" dirty="0"/>
        </a:p>
      </dsp:txBody>
      <dsp:txXfrm>
        <a:off x="5517883" y="2364529"/>
        <a:ext cx="1240576" cy="1717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D65DB-60B6-4BC9-BD86-C9E7B77E05A3}">
      <dsp:nvSpPr>
        <dsp:cNvPr id="0" name=""/>
        <dsp:cNvSpPr/>
      </dsp:nvSpPr>
      <dsp:spPr>
        <a:xfrm>
          <a:off x="559800" y="1091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22FBB-D613-4A70-87BB-C48BFABA044F}">
      <dsp:nvSpPr>
        <dsp:cNvPr id="0" name=""/>
        <dsp:cNvSpPr/>
      </dsp:nvSpPr>
      <dsp:spPr>
        <a:xfrm>
          <a:off x="559800" y="178160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Datasets</a:t>
          </a:r>
          <a:endParaRPr lang="en-US" sz="3600" kern="1200"/>
        </a:p>
      </dsp:txBody>
      <dsp:txXfrm>
        <a:off x="559800" y="1781606"/>
        <a:ext cx="4320000" cy="648000"/>
      </dsp:txXfrm>
    </dsp:sp>
    <dsp:sp modelId="{283F23D2-CED0-43CE-BB38-AA89AB8DA327}">
      <dsp:nvSpPr>
        <dsp:cNvPr id="0" name=""/>
        <dsp:cNvSpPr/>
      </dsp:nvSpPr>
      <dsp:spPr>
        <a:xfrm>
          <a:off x="559800" y="2504216"/>
          <a:ext cx="4320000" cy="13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b="1" kern="1200" dirty="0" err="1"/>
            <a:t>Kvasir</a:t>
          </a:r>
          <a:r>
            <a:rPr lang="en-GB" sz="1700" kern="1200" dirty="0"/>
            <a:t>: 1000 polyp images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ETIS-</a:t>
          </a:r>
          <a:r>
            <a:rPr lang="en-GB" sz="1700" b="1" kern="1200" dirty="0" err="1"/>
            <a:t>Larib</a:t>
          </a:r>
          <a:r>
            <a:rPr lang="en-GB" sz="1700" kern="1200" dirty="0"/>
            <a:t>: dataset is a set of 196 high-resolution colonoscopy polyp images</a:t>
          </a:r>
          <a:endParaRPr lang="en-US" sz="1700" kern="1200" dirty="0"/>
        </a:p>
      </dsp:txBody>
      <dsp:txXfrm>
        <a:off x="559800" y="2504216"/>
        <a:ext cx="4320000" cy="1335463"/>
      </dsp:txXfrm>
    </dsp:sp>
    <dsp:sp modelId="{BAA50693-5569-43E4-9450-99EA68BE36D4}">
      <dsp:nvSpPr>
        <dsp:cNvPr id="0" name=""/>
        <dsp:cNvSpPr/>
      </dsp:nvSpPr>
      <dsp:spPr>
        <a:xfrm>
          <a:off x="5635800" y="1091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6ECF4-A563-495A-9922-9F4D48DF5BF0}">
      <dsp:nvSpPr>
        <dsp:cNvPr id="0" name=""/>
        <dsp:cNvSpPr/>
      </dsp:nvSpPr>
      <dsp:spPr>
        <a:xfrm>
          <a:off x="5635800" y="178160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Preprocessing</a:t>
          </a:r>
          <a:endParaRPr lang="en-US" sz="3600" kern="1200"/>
        </a:p>
      </dsp:txBody>
      <dsp:txXfrm>
        <a:off x="5635800" y="1781606"/>
        <a:ext cx="4320000" cy="648000"/>
      </dsp:txXfrm>
    </dsp:sp>
    <dsp:sp modelId="{D1BFBD56-6E63-409B-8C1D-CAEC281D2E5B}">
      <dsp:nvSpPr>
        <dsp:cNvPr id="0" name=""/>
        <dsp:cNvSpPr/>
      </dsp:nvSpPr>
      <dsp:spPr>
        <a:xfrm>
          <a:off x="5635800" y="2504216"/>
          <a:ext cx="4320000" cy="13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b="1" kern="1200" dirty="0" err="1"/>
            <a:t>Kvasir</a:t>
          </a:r>
          <a:r>
            <a:rPr lang="en-GB" sz="1700" b="1" kern="1200" dirty="0"/>
            <a:t>  </a:t>
          </a:r>
          <a:r>
            <a:rPr lang="en-GB" sz="1700" b="1" kern="1200" dirty="0">
              <a:sym typeface="Wingdings" panose="05000000000000000000" pitchFamily="2" charset="2"/>
            </a:rPr>
            <a:t></a:t>
          </a:r>
          <a:r>
            <a:rPr lang="en-GB" sz="1700" b="1" kern="1200" dirty="0"/>
            <a:t> </a:t>
          </a:r>
          <a:r>
            <a:rPr lang="en-GB" sz="1700" kern="1200" dirty="0"/>
            <a:t>Resize to </a:t>
          </a:r>
          <a:r>
            <a:rPr lang="en-GB" sz="1700" b="1" kern="1200" dirty="0"/>
            <a:t>256 × 256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b="1" kern="1200" dirty="0"/>
            <a:t>ETIS-</a:t>
          </a:r>
          <a:r>
            <a:rPr lang="en-GB" sz="1700" b="1" kern="1200" dirty="0" err="1"/>
            <a:t>Larib</a:t>
          </a:r>
          <a:r>
            <a:rPr lang="en-GB" sz="1700" b="1" kern="1200" dirty="0"/>
            <a:t> </a:t>
          </a:r>
          <a:r>
            <a:rPr lang="en-GB" sz="1700" b="1" kern="1200" dirty="0">
              <a:sym typeface="Wingdings" panose="05000000000000000000" pitchFamily="2" charset="2"/>
            </a:rPr>
            <a:t></a:t>
          </a:r>
          <a:r>
            <a:rPr lang="en-GB" sz="1700" b="1" kern="1200" dirty="0"/>
            <a:t> </a:t>
          </a:r>
          <a:r>
            <a:rPr lang="en-GB" sz="1700" kern="1200" dirty="0"/>
            <a:t>Resize to</a:t>
          </a:r>
          <a:r>
            <a:rPr lang="en-GB" sz="1700" b="1" kern="1200" dirty="0"/>
            <a:t> 512 × 512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kern="1200" dirty="0"/>
            <a:t>bounding boxes generated from masks.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kern="1200" dirty="0"/>
            <a:t>Split 8:1:1</a:t>
          </a:r>
          <a:endParaRPr lang="en-US" sz="1700" kern="1200" dirty="0"/>
        </a:p>
      </dsp:txBody>
      <dsp:txXfrm>
        <a:off x="5635800" y="2504216"/>
        <a:ext cx="4320000" cy="13354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65EE-4D77-97AD-0F93-62807B327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2B0CD-30C6-1EF8-BE2A-7C052F4A2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0D2D3-2C4F-823A-DF38-D2E218B7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E812-B80E-BED0-FD51-2B20DBF6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8003-30A8-DD71-369D-98098BBA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9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3D17-874E-62F1-B95E-46BF9532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28DF-DD1C-180D-26D0-3687932F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BA9DC-560C-51EB-6106-947015D3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9F710-53E5-186D-2F72-D88D2C93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3F57-AAC1-CCA9-F9F0-9DF66ACF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14EE-7DA8-3406-2255-A6712E6A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21299-84B7-C9BC-C5A6-31AA7392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C4BDD-7661-142C-60AF-1F6DE1E0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6A703-286B-10FE-28CE-B198EA6C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F121-58C4-37F9-B0CE-4730CD57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6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D522-790A-4015-7024-154FAE49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4DEA-BD04-3E4C-633E-F90E1E1B6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F36B0-3AF0-EC0D-8340-BD3C5D39E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ADC3E-DBE5-1F91-1F06-14E20C88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B382-B2F8-092E-3CDB-89C37B25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EF5E3-4419-2DA0-6868-33BB0307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5CB8-C0DB-8750-C928-9E8A9257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7C608-7DE7-87DF-939E-FD3852415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B86F-3077-063C-9343-83FDDCF5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5195E-2320-970A-D67E-797202317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CCAC3-4966-00A6-1287-4468DB0DE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77CCE3-BC2D-6F85-9489-2BA8B8A1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2AB5F-0163-938D-829A-FA5A870D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ED473-E4C4-5DB2-56C4-47BFEE1A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0C3C-69B4-8869-5316-0A572748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EB099-337F-542E-3B16-4EB1F60A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23179-3F66-9778-1426-52795B82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90B3C-7CBF-BE82-B4AC-BF90255D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46994-6E22-AE29-FEAE-043114F2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E6C0E-9D75-748E-1F5E-9C2FAED7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81E56-354A-2F2A-FF0E-EF9E4B1F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3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55F5-4324-5550-2E0F-03EC85A6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4E5E-E69D-9309-2AB5-928DEA9AF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4458D-8A4A-EBDE-7B15-F72EDF7B9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B8FE3-C891-2FFF-F9EA-E293C193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63E47-A729-FC0E-38F3-93D6D49A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5516C-32B7-C5A0-8B76-757DF270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5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8FD7-E372-8BFD-A8EB-1C52140A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49583-0C5F-AE7D-AA2D-77E11D6F2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51AC2-64C7-2699-EED7-2B78EB622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F8EB4-9D2B-FC2F-3E85-B50EA71F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24641-3F34-6F69-69A1-CEAFCD76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70C42-6CCA-F83A-437F-23628725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754F-5781-579A-E9EB-B0718D60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4A782-0157-FF3E-E9FC-3F497C6F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3E166-FB5C-BE33-E71C-47923935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807EC-FB2F-D3CC-845D-4B1305BF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0708A-9414-9587-4362-E6A4836D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2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C8234-5694-C10C-A6B4-0CB4DFCB5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62237-B974-E2A8-6D78-8A991F894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E600-975E-216C-B7DF-D7DB3BA4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8392-29D5-ED1C-8652-D43973F6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D78B6-8F5D-6CF4-5ADB-096AADF5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0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801E8-A01E-CDC7-BA6C-3BCE0EFC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C0868-59C4-BC26-A398-7D6FB98F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D8B95-0658-FD98-E3CB-A33F7ABC8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222EC-11D2-9B48-9C70-97CD080FCE12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C2A56-DC80-5DA3-8F59-943460AC5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C5D26-4D15-CBC5-F520-5AC03073F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CB7B-EE74-5F4B-95E3-47BDDCD20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3BF13-3875-CB57-EAA1-034816430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Enhanced DADA Model for Polyps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D6857-4F43-5779-3772-6068C30CE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/>
              <a:t>ICS 590: </a:t>
            </a:r>
            <a:r>
              <a:rPr lang="en-US" b="1" dirty="0" err="1"/>
              <a:t>Spl</a:t>
            </a:r>
            <a:r>
              <a:rPr lang="en-US" b="1" dirty="0"/>
              <a:t> Topics in Deep Learning</a:t>
            </a:r>
          </a:p>
          <a:p>
            <a:pPr indent="-228600" algn="l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R="0"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</a:rPr>
              <a:t>Student:</a:t>
            </a:r>
            <a:r>
              <a:rPr lang="en-US" b="1" dirty="0"/>
              <a:t> </a:t>
            </a:r>
            <a:r>
              <a:rPr lang="en-US" dirty="0"/>
              <a:t>Dalal </a:t>
            </a:r>
            <a:r>
              <a:rPr lang="en-US" dirty="0" err="1"/>
              <a:t>Aldowaihi</a:t>
            </a:r>
            <a:r>
              <a:rPr lang="en-US" dirty="0"/>
              <a:t> g202514270</a:t>
            </a:r>
            <a:endParaRPr lang="en-US" b="1" dirty="0"/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</a:rPr>
              <a:t>Supervisor: </a:t>
            </a:r>
            <a:r>
              <a:rPr lang="en-US" dirty="0"/>
              <a:t>Dr. Muzammil Behzad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3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726DE-EF46-4BF4-C347-5D2A7DFE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4800" dirty="0"/>
              <a:t>Outline</a:t>
            </a:r>
          </a:p>
        </p:txBody>
      </p:sp>
      <p:pic>
        <p:nvPicPr>
          <p:cNvPr id="24" name="Graphic 23" descr="CheckList">
            <a:extLst>
              <a:ext uri="{FF2B5EF4-FFF2-40B4-BE49-F238E27FC236}">
                <a16:creationId xmlns:a16="http://schemas.microsoft.com/office/drawing/2014/main" id="{BD27B23D-F8A8-AFC7-84D4-54C16366E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5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3D49-CE72-1D31-56EE-FBFB500AE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836275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Limitations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Baseline Model and Challenges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Proposed Enhancements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Datasets and Preprocessing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Experiment Setup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Loss Function and Optimization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Performance Metrics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697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A7B04-31A6-FA4F-3003-737824E8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E61991D-BF5D-EDF7-EE88-5A11ED8DD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9434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682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E34E3-A7C5-EE2E-AA21-E5EACF3D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Literature Review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2ECBF33-1941-E3E6-350F-DB5CEAEE3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86764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624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39C04-B4DA-6DBA-2370-2F3ACDE3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800" dirty="0"/>
              <a:t>Limitations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1A72-CF3A-59C9-990F-38DB43BEA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dirty="0"/>
              <a:t>Only enhances </a:t>
            </a:r>
            <a:r>
              <a:rPr lang="en-GB" sz="2200" b="1" dirty="0"/>
              <a:t>polyp variety</a:t>
            </a:r>
            <a:r>
              <a:rPr lang="en-GB" sz="2200" dirty="0"/>
              <a:t>, not background variability. </a:t>
            </a:r>
            <a:r>
              <a:rPr lang="en-GB" sz="2200" dirty="0">
                <a:sym typeface="Wingdings" pitchFamily="2" charset="2"/>
              </a:rPr>
              <a:t> </a:t>
            </a:r>
            <a:r>
              <a:rPr lang="en-GB" sz="2200" dirty="0"/>
              <a:t>complex colon environment</a:t>
            </a:r>
          </a:p>
          <a:p>
            <a:r>
              <a:rPr lang="en-GB" sz="2200" dirty="0"/>
              <a:t>High dependency on polyp masks/annotations.</a:t>
            </a:r>
          </a:p>
          <a:p>
            <a:r>
              <a:rPr lang="en-GB" sz="2200" dirty="0"/>
              <a:t>Synthetic positives cannot reduce </a:t>
            </a:r>
            <a:r>
              <a:rPr lang="en-GB" sz="2200" b="1" dirty="0"/>
              <a:t>false alarm behaviours </a:t>
            </a:r>
            <a:r>
              <a:rPr lang="en-GB" sz="2200" dirty="0"/>
              <a:t>which</a:t>
            </a:r>
            <a:r>
              <a:rPr lang="en-GB" sz="2200" dirty="0">
                <a:sym typeface="Wingdings" pitchFamily="2" charset="2"/>
              </a:rPr>
              <a:t> </a:t>
            </a:r>
            <a:r>
              <a:rPr lang="en-GB" sz="2200" dirty="0"/>
              <a:t>increases the workload of clinicians  and diagnose mistake</a:t>
            </a:r>
          </a:p>
          <a:p>
            <a:r>
              <a:rPr lang="en-GB" sz="2200" dirty="0"/>
              <a:t>Inpainting and attack methods fail to produce meaningful</a:t>
            </a:r>
            <a:r>
              <a:rPr lang="en-GB" sz="2200" b="1" dirty="0"/>
              <a:t> high-value </a:t>
            </a:r>
            <a:r>
              <a:rPr lang="en-GB" sz="2200" dirty="0"/>
              <a:t>negatives.</a:t>
            </a:r>
          </a:p>
        </p:txBody>
      </p:sp>
    </p:spTree>
    <p:extLst>
      <p:ext uri="{BB962C8B-B14F-4D97-AF65-F5344CB8AC3E}">
        <p14:creationId xmlns:p14="http://schemas.microsoft.com/office/powerpoint/2010/main" val="220148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D894-957A-3450-1B85-09577023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9184"/>
            <a:ext cx="10366175" cy="1783080"/>
          </a:xfrm>
        </p:spPr>
        <p:txBody>
          <a:bodyPr anchor="b">
            <a:noAutofit/>
          </a:bodyPr>
          <a:lstStyle/>
          <a:p>
            <a:r>
              <a:rPr lang="en-GB" sz="4800" i="0" dirty="0">
                <a:effectLst/>
                <a:latin typeface="Space Grotesk"/>
              </a:rPr>
              <a:t>Denoising Diffusion Probabilistic Models (DDPM)</a:t>
            </a:r>
            <a:endParaRPr lang="en-US" sz="48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B69-716A-DE2E-2702-13AD45B5E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b="0" i="0" dirty="0">
                <a:effectLst/>
                <a:latin typeface="+mj-lt"/>
              </a:rPr>
              <a:t>Denoising Diffusion Probabilistic Models (DDPM) are a class of generative models that use the diffusion process to model the noise in the images. </a:t>
            </a:r>
          </a:p>
          <a:p>
            <a:r>
              <a:rPr lang="en-GB" sz="2200" dirty="0">
                <a:latin typeface="+mj-lt"/>
              </a:rPr>
              <a:t>Enhance object detection by generating challenging, high-value training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7F548-4160-9A57-4AFB-12A8B56E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4448556"/>
            <a:ext cx="4014216" cy="14551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3EBB99-3786-63D1-B45E-E759BB613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71743"/>
            <a:ext cx="3995928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B61B-3B73-FACB-9529-99A90DA4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800" dirty="0"/>
              <a:t>Background-only DDPM as the base negative generator</a:t>
            </a:r>
            <a:endParaRPr lang="en-US" sz="4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27A378-6DBA-4ED3-B2D1-5663657B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985" y="4179887"/>
            <a:ext cx="9078015" cy="2678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34097D-A5C9-48BC-E6C2-9B885F7BDD68}"/>
              </a:ext>
            </a:extLst>
          </p:cNvPr>
          <p:cNvSpPr txBox="1"/>
          <p:nvPr/>
        </p:nvSpPr>
        <p:spPr>
          <a:xfrm>
            <a:off x="509385" y="1876361"/>
            <a:ext cx="10284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background-only DDPM</a:t>
            </a:r>
            <a:r>
              <a:rPr lang="en-GB" sz="2000" dirty="0"/>
              <a:t> is a diffusion model that is trained </a:t>
            </a:r>
            <a:r>
              <a:rPr lang="en-GB" sz="2000" b="1" dirty="0"/>
              <a:t>only on the background portions</a:t>
            </a:r>
            <a:r>
              <a:rPr lang="en-GB" sz="2000" dirty="0"/>
              <a:t> of colonoscopy images — not on polyps.</a:t>
            </a:r>
            <a:br>
              <a:rPr lang="en-GB" sz="2000" dirty="0"/>
            </a:br>
            <a:r>
              <a:rPr lang="en-GB" sz="2000" dirty="0"/>
              <a:t>During training, all polyp regions are </a:t>
            </a:r>
            <a:r>
              <a:rPr lang="en-GB" sz="2000" b="1" dirty="0"/>
              <a:t>masked out</a:t>
            </a:r>
            <a:r>
              <a:rPr lang="en-GB" sz="2000" dirty="0"/>
              <a:t>, so the model never learns their shapes, textures, or boundaries.</a:t>
            </a:r>
          </a:p>
          <a:p>
            <a:r>
              <a:rPr lang="en-GB" sz="2000" dirty="0"/>
              <a:t>Because of this, the model learns to generate </a:t>
            </a:r>
            <a:r>
              <a:rPr lang="en-GB" sz="2000" b="1" dirty="0"/>
              <a:t>pure negative samples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Clean colon tissue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Lumen edges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Specular highlights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439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50F12-1E12-DDF2-EA15-B677ACC3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/>
              <a:t>Baseline Model and Challenges </a:t>
            </a: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6A6F-23A1-A782-33F0-6431A2D1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GB" sz="2000" b="1" dirty="0"/>
              <a:t>DADA Framework</a:t>
            </a:r>
          </a:p>
          <a:p>
            <a:pPr lvl="1">
              <a:buFont typeface="+mj-lt"/>
              <a:buAutoNum type="arabicPeriod"/>
            </a:pPr>
            <a:r>
              <a:rPr lang="en-GB" sz="2000" b="1" dirty="0"/>
              <a:t>Background-Only Diffusion Model (BG-De) is </a:t>
            </a:r>
            <a:r>
              <a:rPr lang="en-GB" sz="2000" dirty="0"/>
              <a:t>(DDPM) </a:t>
            </a:r>
            <a:r>
              <a:rPr lang="en-GB" sz="2000" b="1" dirty="0">
                <a:sym typeface="Wingdings" pitchFamily="2" charset="2"/>
              </a:rPr>
              <a:t> </a:t>
            </a:r>
            <a:r>
              <a:rPr lang="en-GB" sz="2000" dirty="0"/>
              <a:t>Background-only Denoiser as Base Negative Generator using Regional Noise Matching</a:t>
            </a:r>
          </a:p>
          <a:p>
            <a:pPr lvl="1">
              <a:buFont typeface="+mj-lt"/>
              <a:buAutoNum type="arabicPeriod"/>
            </a:pPr>
            <a:r>
              <a:rPr lang="en-GB" sz="2000" b="1" dirty="0"/>
              <a:t>Detector-Guided Adversarial Perturbation (DADA)</a:t>
            </a:r>
            <a:endParaRPr lang="en-GB" sz="2000" dirty="0"/>
          </a:p>
          <a:p>
            <a:pPr lvl="1">
              <a:buFont typeface="+mj-lt"/>
              <a:buAutoNum type="arabicPeriod"/>
            </a:pPr>
            <a:r>
              <a:rPr lang="en-GB" sz="2000" b="1" dirty="0"/>
              <a:t>Localized Inpainting for realistic context</a:t>
            </a:r>
            <a:endParaRPr lang="en-GB" sz="2000" dirty="0"/>
          </a:p>
          <a:p>
            <a:r>
              <a:rPr lang="en-GB" sz="2000" b="1" dirty="0"/>
              <a:t>Baselines</a:t>
            </a:r>
          </a:p>
          <a:p>
            <a:pPr lvl="1"/>
            <a:r>
              <a:rPr lang="en-GB" sz="2000" dirty="0"/>
              <a:t>background-only DDPM</a:t>
            </a:r>
            <a:endParaRPr lang="en-GB" sz="2000" dirty="0">
              <a:latin typeface="+mj-lt"/>
            </a:endParaRPr>
          </a:p>
          <a:p>
            <a:pPr lvl="1"/>
            <a:r>
              <a:rPr lang="en-GB" sz="2000" dirty="0"/>
              <a:t>YOLOv5</a:t>
            </a:r>
          </a:p>
          <a:p>
            <a:pPr lvl="1"/>
            <a:r>
              <a:rPr lang="en-GB" sz="2000" dirty="0"/>
              <a:t>DETR (Transformer-based detector)</a:t>
            </a:r>
            <a:endParaRPr lang="en-GB" sz="2000" b="1" dirty="0"/>
          </a:p>
          <a:p>
            <a:r>
              <a:rPr lang="en-GB" sz="2000" b="1" dirty="0"/>
              <a:t>Goal</a:t>
            </a:r>
          </a:p>
          <a:p>
            <a:pPr lvl="1"/>
            <a:r>
              <a:rPr lang="en-GB" sz="2000" dirty="0"/>
              <a:t>Generate </a:t>
            </a:r>
            <a:r>
              <a:rPr lang="en-GB" sz="2000" b="1" dirty="0"/>
              <a:t>false-positive–inducing patterns</a:t>
            </a:r>
            <a:r>
              <a:rPr lang="en-GB" sz="2000" dirty="0"/>
              <a:t> that teach detectors what </a:t>
            </a:r>
            <a:r>
              <a:rPr lang="en-GB" sz="2000" i="1" dirty="0"/>
              <a:t>not</a:t>
            </a:r>
            <a:r>
              <a:rPr lang="en-GB" sz="2000" dirty="0"/>
              <a:t> to detect. </a:t>
            </a:r>
            <a:r>
              <a:rPr lang="en-GB" sz="2000" dirty="0">
                <a:sym typeface="Wingdings" pitchFamily="2" charset="2"/>
              </a:rPr>
              <a:t> </a:t>
            </a:r>
            <a:r>
              <a:rPr lang="en-GB" sz="2000" dirty="0"/>
              <a:t>Polyp-like artifacts confuse detectors.</a:t>
            </a:r>
          </a:p>
          <a:p>
            <a:pPr lvl="1"/>
            <a:r>
              <a:rPr lang="en-GB" sz="2000" dirty="0"/>
              <a:t>To improve robustness.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125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FF810-12F0-4C4D-2568-12CD9168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DADA Framework</a:t>
            </a:r>
          </a:p>
        </p:txBody>
      </p:sp>
      <p:pic>
        <p:nvPicPr>
          <p:cNvPr id="5" name="Picture 4" descr="A close-up of a person's skin&#10;&#10;Description automatically generated">
            <a:extLst>
              <a:ext uri="{FF2B5EF4-FFF2-40B4-BE49-F238E27FC236}">
                <a16:creationId xmlns:a16="http://schemas.microsoft.com/office/drawing/2014/main" id="{13E168F0-8400-0D84-3C62-25BADCB62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8" y="289933"/>
            <a:ext cx="12013361" cy="3696280"/>
          </a:xfrm>
          <a:prstGeom prst="rect">
            <a:avLst/>
          </a:prstGeom>
        </p:spPr>
      </p:pic>
      <p:sp>
        <p:nvSpPr>
          <p:cNvPr id="3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1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02247-767F-7F38-7688-F2944054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4800" b="1" dirty="0"/>
              <a:t>Core idea</a:t>
            </a:r>
            <a:r>
              <a:rPr lang="en-GB" sz="4800" dirty="0"/>
              <a:t> behind BG-De + DADA:</a:t>
            </a:r>
            <a:endParaRPr lang="en-US" sz="48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7269F-D181-6139-7B82-66C4775FF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62268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50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etector&#10;&#10;Description automatically generated with medium confidence">
            <a:extLst>
              <a:ext uri="{FF2B5EF4-FFF2-40B4-BE49-F238E27FC236}">
                <a16:creationId xmlns:a16="http://schemas.microsoft.com/office/drawing/2014/main" id="{610F65CD-01F3-7EA3-EB50-F818E66A7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8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5FC4A-9F63-10F7-48BC-990D2DF6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Proposed Enhancements 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7D3C-242C-D760-ED6B-A1504AEA3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 b="1" dirty="0"/>
          </a:p>
          <a:p>
            <a:pPr marL="342900" indent="-342900">
              <a:buFont typeface="+mj-lt"/>
              <a:buAutoNum type="arabicPeriod"/>
            </a:pPr>
            <a:r>
              <a:rPr lang="en-GB" sz="2200" dirty="0"/>
              <a:t>Refine the </a:t>
            </a:r>
            <a:r>
              <a:rPr lang="en-GB" sz="2200" b="1" dirty="0"/>
              <a:t>region-adaptive</a:t>
            </a:r>
            <a:r>
              <a:rPr lang="en-GB" sz="2200" dirty="0"/>
              <a:t> loss function and </a:t>
            </a:r>
            <a:r>
              <a:rPr lang="en-GB" sz="2200" b="1" dirty="0"/>
              <a:t>Tissue-Consistency</a:t>
            </a:r>
            <a:r>
              <a:rPr lang="en-GB" sz="2200" dirty="0"/>
              <a:t> Loss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dirty="0"/>
              <a:t>Adapt the </a:t>
            </a:r>
            <a:r>
              <a:rPr lang="en-GB" sz="2200" b="1" dirty="0"/>
              <a:t>perturbation factor </a:t>
            </a:r>
            <a:r>
              <a:rPr lang="el-GR" sz="2200" b="1" dirty="0"/>
              <a:t>α </a:t>
            </a:r>
            <a:r>
              <a:rPr lang="en-GB" sz="2200" b="1" dirty="0"/>
              <a:t>across anatomical regions</a:t>
            </a:r>
            <a:r>
              <a:rPr lang="en-GB" sz="2200" dirty="0"/>
              <a:t>, applying stronger perturbations in areas prone to false positives.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dirty="0"/>
              <a:t>Apply </a:t>
            </a:r>
            <a:r>
              <a:rPr lang="en-GB" sz="2200" b="1" dirty="0" err="1"/>
              <a:t>OneCycleLR</a:t>
            </a:r>
            <a:r>
              <a:rPr lang="en-GB" sz="2200" dirty="0"/>
              <a:t> Scheduler for stable training and improve convergence.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dirty="0"/>
              <a:t>Evaluate the performance of the proposed enhancements through experiments on the </a:t>
            </a:r>
            <a:r>
              <a:rPr lang="en-GB" sz="2200" b="1" dirty="0" err="1"/>
              <a:t>Kvasir</a:t>
            </a:r>
            <a:r>
              <a:rPr lang="en-GB" sz="2200" dirty="0"/>
              <a:t> and </a:t>
            </a:r>
            <a:r>
              <a:rPr lang="en-GB" sz="2200" b="1" dirty="0"/>
              <a:t>ETIS-</a:t>
            </a:r>
            <a:r>
              <a:rPr lang="en-GB" sz="2200" b="1" dirty="0" err="1"/>
              <a:t>Larib</a:t>
            </a:r>
            <a:r>
              <a:rPr lang="en-GB" sz="2200" dirty="0"/>
              <a:t> Polyp DB.</a:t>
            </a:r>
          </a:p>
        </p:txBody>
      </p:sp>
    </p:spTree>
    <p:extLst>
      <p:ext uri="{BB962C8B-B14F-4D97-AF65-F5344CB8AC3E}">
        <p14:creationId xmlns:p14="http://schemas.microsoft.com/office/powerpoint/2010/main" val="1691375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5FC4A-9F63-10F7-48BC-990D2DF6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/>
              <a:t>Datasets and Preprocessing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93D1A9E9-0FC5-3B7E-1A00-8E064BCCB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05554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815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E5B9B-39EB-8E85-A682-768F5AAF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/>
              <a:t>Experiment</a:t>
            </a:r>
            <a:r>
              <a:rPr lang="en-US" sz="4800" b="1" dirty="0"/>
              <a:t> </a:t>
            </a:r>
            <a:r>
              <a:rPr lang="en-US" sz="4800" dirty="0"/>
              <a:t>Setup</a:t>
            </a:r>
            <a:r>
              <a:rPr lang="en-US" sz="4800" b="1" dirty="0"/>
              <a:t> </a:t>
            </a:r>
            <a:endParaRPr lang="en-US" sz="48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D683-7601-5EDB-DABD-4C7086CE3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 dirty="0"/>
          </a:p>
          <a:p>
            <a:r>
              <a:rPr lang="en-GB" sz="2200" dirty="0"/>
              <a:t>NVIDIA A100 GPU and trained for 100 epochs. </a:t>
            </a:r>
          </a:p>
          <a:p>
            <a:r>
              <a:rPr lang="en-GB" sz="2200" dirty="0"/>
              <a:t>YOLO trained using </a:t>
            </a:r>
            <a:r>
              <a:rPr lang="en-GB" sz="2200" b="1" dirty="0"/>
              <a:t>official default settings</a:t>
            </a:r>
            <a:r>
              <a:rPr lang="en-GB" sz="2200" dirty="0"/>
              <a:t>.</a:t>
            </a:r>
          </a:p>
          <a:p>
            <a:r>
              <a:rPr lang="en-GB" sz="2200" dirty="0"/>
              <a:t>Two-fold training: </a:t>
            </a:r>
          </a:p>
          <a:p>
            <a:pPr lvl="1"/>
            <a:r>
              <a:rPr lang="en-GB" sz="2200" dirty="0"/>
              <a:t>Train BG-De on Fold A → augment Fold B</a:t>
            </a:r>
          </a:p>
          <a:p>
            <a:pPr lvl="1"/>
            <a:r>
              <a:rPr lang="en-GB" sz="2200" dirty="0"/>
              <a:t>Train BG-De on Fold B → augment Fold A</a:t>
            </a:r>
          </a:p>
          <a:p>
            <a:r>
              <a:rPr lang="en-GB" sz="2200" dirty="0"/>
              <a:t>BG-De inference:</a:t>
            </a:r>
          </a:p>
          <a:p>
            <a:pPr lvl="1"/>
            <a:r>
              <a:rPr lang="en-GB" sz="2200" dirty="0"/>
              <a:t>1000 denoising steps</a:t>
            </a:r>
          </a:p>
          <a:p>
            <a:pPr lvl="1"/>
            <a:r>
              <a:rPr lang="el-GR" sz="2200" dirty="0"/>
              <a:t>α = 0.003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16223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AAE9F-AF65-C5F4-8CA3-A4B943BA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Loss Function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7B0EF-6CBE-849C-2CCD-B57A4FE67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/>
            <a:r>
              <a:rPr lang="en-US" sz="2200" b="1" dirty="0"/>
              <a:t>Region-adaptive DADA loss function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2"/>
            <a:r>
              <a:rPr lang="en-US" sz="2200" dirty="0"/>
              <a:t>YOLO/DETR detection loss</a:t>
            </a:r>
          </a:p>
          <a:p>
            <a:pPr lvl="2"/>
            <a:r>
              <a:rPr lang="en-US" sz="2200" dirty="0"/>
              <a:t>False-Positive Generation Loss</a:t>
            </a:r>
          </a:p>
          <a:p>
            <a:pPr lvl="2"/>
            <a:r>
              <a:rPr lang="en-US" sz="2200" dirty="0"/>
              <a:t>Anatomical Consistency Loss</a:t>
            </a:r>
          </a:p>
          <a:p>
            <a:pPr marL="914400" lvl="2"/>
            <a:endParaRPr lang="en-US" sz="2200" dirty="0"/>
          </a:p>
          <a:p>
            <a:pPr marL="457200" lvl="1"/>
            <a:endParaRPr lang="en-US" sz="2200" dirty="0"/>
          </a:p>
        </p:txBody>
      </p:sp>
      <p:pic>
        <p:nvPicPr>
          <p:cNvPr id="17" name="Picture 1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6FC6037-D129-C114-8606-F3D8D1292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538" y="2422790"/>
            <a:ext cx="5582101" cy="31791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1B18A97-8506-1BF0-C4EF-4DCA9D9B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252" y="3400374"/>
            <a:ext cx="4013115" cy="61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877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AAE9F-AF65-C5F4-8CA3-A4B943BA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Loss Function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0AC682-BE62-11E7-824A-D1CB9C094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496312"/>
            <a:ext cx="10734165" cy="4168994"/>
          </a:xfrm>
        </p:spPr>
        <p:txBody>
          <a:bodyPr vert="horz" lIns="91440" tIns="45720" rIns="91440" bIns="45720" rtlCol="0">
            <a:noAutofit/>
          </a:bodyPr>
          <a:lstStyle/>
          <a:p>
            <a:pPr marL="0"/>
            <a:r>
              <a:rPr lang="en-US" sz="2400" b="1" dirty="0"/>
              <a:t>Tissue-Consistency Loss</a:t>
            </a:r>
            <a:r>
              <a:rPr lang="en-US" sz="2400" dirty="0"/>
              <a:t>  to ensure that the synthetic region generated by the diffusion model remains anatomically realistic. </a:t>
            </a:r>
          </a:p>
          <a:p>
            <a:pPr lvl="1"/>
            <a:r>
              <a:rPr lang="en-US" sz="2000" b="1" dirty="0"/>
              <a:t>Perceptual Loss (Feature Similarity) : </a:t>
            </a:r>
            <a:r>
              <a:rPr lang="en-US" sz="2000" dirty="0"/>
              <a:t>This measures how similar the synthetic patch is to real colon tissue.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b="1" dirty="0"/>
              <a:t>Style Loss (Gram-Matrix Matching): </a:t>
            </a:r>
            <a:r>
              <a:rPr lang="en-US" sz="2000" dirty="0"/>
              <a:t>This matches the style statistics (correlations between feature channels) of real tissue.</a:t>
            </a:r>
            <a:br>
              <a:rPr lang="en-US" sz="2000" dirty="0"/>
            </a:br>
            <a:endParaRPr lang="en-US" sz="2000" dirty="0"/>
          </a:p>
          <a:p>
            <a:pPr lvl="1"/>
            <a:endParaRPr lang="en-US" sz="2000" dirty="0"/>
          </a:p>
          <a:p>
            <a:r>
              <a:rPr lang="en-US" sz="2000" dirty="0"/>
              <a:t>By combining both losses, the model prevents unrealistic distortions and maintains </a:t>
            </a:r>
            <a:r>
              <a:rPr lang="en-US" sz="2000" b="1" dirty="0"/>
              <a:t>anatomical fidelity</a:t>
            </a:r>
            <a:r>
              <a:rPr lang="en-US" sz="2000" dirty="0"/>
              <a:t>, even while applying adversarial perturbations to generate false positives.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0E144-F103-79C4-AA29-54ED72158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" t="17381" b="24578"/>
          <a:stretch/>
        </p:blipFill>
        <p:spPr>
          <a:xfrm>
            <a:off x="6602414" y="3593620"/>
            <a:ext cx="3995928" cy="547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4F5B72-730F-BEC9-8E7F-9F8EFE44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414" y="4559184"/>
            <a:ext cx="3995928" cy="679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8356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5379571" cy="1481328"/>
          </a:xfrm>
        </p:spPr>
        <p:txBody>
          <a:bodyPr anchor="b">
            <a:noAutofit/>
          </a:bodyPr>
          <a:lstStyle/>
          <a:p>
            <a:r>
              <a:rPr lang="en-GB" sz="4800" dirty="0"/>
              <a:t>Adapt the Perturbation Factor</a:t>
            </a:r>
            <a:endParaRPr lang="en-US" sz="48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Use different </a:t>
            </a:r>
            <a:r>
              <a:rPr lang="el-GR" sz="2200" dirty="0"/>
              <a:t>α </a:t>
            </a:r>
            <a:r>
              <a:rPr lang="en-GB" sz="2200" dirty="0"/>
              <a:t>values for different anatomical regions.</a:t>
            </a:r>
          </a:p>
          <a:p>
            <a:r>
              <a:rPr lang="en-GB" sz="2200" dirty="0"/>
              <a:t>Because some regions cause more false positives than others.</a:t>
            </a:r>
          </a:p>
          <a:p>
            <a:r>
              <a:rPr lang="en-GB" sz="2200" dirty="0"/>
              <a:t>If you give </a:t>
            </a:r>
            <a:r>
              <a:rPr lang="en-GB" sz="2200" b="1" dirty="0"/>
              <a:t>stronger perturbations</a:t>
            </a:r>
            <a:r>
              <a:rPr lang="en-GB" sz="2200" dirty="0"/>
              <a:t> to confusing regions, the diffusion model learns to generate </a:t>
            </a:r>
            <a:r>
              <a:rPr lang="en-GB" sz="2200" b="1" dirty="0"/>
              <a:t>stronger hard negatives.</a:t>
            </a:r>
            <a:endParaRPr lang="en-GB" sz="2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11CEBA-09F3-95C8-ABF6-5C7348F63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633701"/>
              </p:ext>
            </p:extLst>
          </p:nvPr>
        </p:nvGraphicFramePr>
        <p:xfrm>
          <a:off x="5449824" y="2217660"/>
          <a:ext cx="6356567" cy="37305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5257">
                  <a:extLst>
                    <a:ext uri="{9D8B030D-6E8A-4147-A177-3AD203B41FA5}">
                      <a16:colId xmlns:a16="http://schemas.microsoft.com/office/drawing/2014/main" val="144977752"/>
                    </a:ext>
                  </a:extLst>
                </a:gridCol>
                <a:gridCol w="3054337">
                  <a:extLst>
                    <a:ext uri="{9D8B030D-6E8A-4147-A177-3AD203B41FA5}">
                      <a16:colId xmlns:a16="http://schemas.microsoft.com/office/drawing/2014/main" val="2972022901"/>
                    </a:ext>
                  </a:extLst>
                </a:gridCol>
                <a:gridCol w="1406973">
                  <a:extLst>
                    <a:ext uri="{9D8B030D-6E8A-4147-A177-3AD203B41FA5}">
                      <a16:colId xmlns:a16="http://schemas.microsoft.com/office/drawing/2014/main" val="1337977345"/>
                    </a:ext>
                  </a:extLst>
                </a:gridCol>
              </a:tblGrid>
              <a:tr h="360147">
                <a:tc>
                  <a:txBody>
                    <a:bodyPr/>
                    <a:lstStyle/>
                    <a:p>
                      <a:r>
                        <a:rPr lang="en-US" sz="1900"/>
                        <a:t>Region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Why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l-GR" sz="1900"/>
                        <a:t>α </a:t>
                      </a:r>
                      <a:r>
                        <a:rPr lang="en-GB" sz="1900"/>
                        <a:t>value</a:t>
                      </a:r>
                      <a:endParaRPr lang="en-US" sz="190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1538367318"/>
                  </a:ext>
                </a:extLst>
              </a:tr>
              <a:tr h="903803">
                <a:tc>
                  <a:txBody>
                    <a:bodyPr/>
                    <a:lstStyle/>
                    <a:p>
                      <a:r>
                        <a:rPr lang="en-US" sz="1900"/>
                        <a:t>Specular highlights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confusing texture → high FP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high </a:t>
                      </a:r>
                      <a:r>
                        <a:rPr lang="el-GR" sz="1900"/>
                        <a:t>α</a:t>
                      </a:r>
                    </a:p>
                    <a:p>
                      <a:endParaRPr lang="en-US" sz="190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074494231"/>
                  </a:ext>
                </a:extLst>
              </a:tr>
              <a:tr h="631975">
                <a:tc>
                  <a:txBody>
                    <a:bodyPr/>
                    <a:lstStyle/>
                    <a:p>
                      <a:r>
                        <a:rPr lang="en-US" sz="1900" dirty="0"/>
                        <a:t>Mucosal folds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irregular shape → FP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medium </a:t>
                      </a:r>
                      <a:r>
                        <a:rPr lang="el-GR" sz="1900"/>
                        <a:t>α</a:t>
                      </a:r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276444762"/>
                  </a:ext>
                </a:extLst>
              </a:tr>
              <a:tr h="903803">
                <a:tc>
                  <a:txBody>
                    <a:bodyPr/>
                    <a:lstStyle/>
                    <a:p>
                      <a:r>
                        <a:rPr lang="en-US" sz="1900"/>
                        <a:t>Smooth background tissue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stable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low </a:t>
                      </a:r>
                      <a:r>
                        <a:rPr lang="el-GR" sz="1900"/>
                        <a:t>α</a:t>
                      </a:r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502192851"/>
                  </a:ext>
                </a:extLst>
              </a:tr>
              <a:tr h="748145">
                <a:tc>
                  <a:txBody>
                    <a:bodyPr/>
                    <a:lstStyle/>
                    <a:p>
                      <a:r>
                        <a:rPr lang="en-US" sz="1900"/>
                        <a:t>Polyp region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should not distort too much	</a:t>
                      </a:r>
                    </a:p>
                  </a:txBody>
                  <a:tcPr marL="94081" marR="94081" marT="47040" marB="47040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very low </a:t>
                      </a:r>
                      <a:r>
                        <a:rPr lang="el-GR" sz="1900" dirty="0"/>
                        <a:t>α</a:t>
                      </a:r>
                      <a:endParaRPr lang="en-US" sz="1900" dirty="0"/>
                    </a:p>
                  </a:txBody>
                  <a:tcPr marL="94081" marR="94081" marT="47040" marB="47040"/>
                </a:tc>
                <a:extLst>
                  <a:ext uri="{0D108BD9-81ED-4DB2-BD59-A6C34878D82A}">
                    <a16:rowId xmlns:a16="http://schemas.microsoft.com/office/drawing/2014/main" val="2963121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352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800" dirty="0" err="1"/>
              <a:t>OneCycleLR</a:t>
            </a:r>
            <a:r>
              <a:rPr lang="en-GB" sz="4800" dirty="0"/>
              <a:t> Scheduler</a:t>
            </a:r>
            <a:endParaRPr lang="en-US" sz="48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Starts with a low learning rate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Increases</a:t>
            </a:r>
            <a:r>
              <a:rPr lang="en-GB" sz="2000" dirty="0"/>
              <a:t> it gradually to a </a:t>
            </a:r>
            <a:r>
              <a:rPr lang="en-GB" sz="2000" b="1" dirty="0"/>
              <a:t>maximum value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Then </a:t>
            </a:r>
            <a:r>
              <a:rPr lang="en-GB" sz="2000" b="1" dirty="0"/>
              <a:t>decreases</a:t>
            </a:r>
            <a:r>
              <a:rPr lang="en-GB" sz="2000" dirty="0"/>
              <a:t> it back to a very small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Optionally also adjusts momentum in the opposite direction</a:t>
            </a:r>
          </a:p>
          <a:p>
            <a:r>
              <a:rPr lang="en-GB" sz="2000" dirty="0"/>
              <a:t>This “cycle” happens </a:t>
            </a:r>
            <a:r>
              <a:rPr lang="en-GB" sz="2000" b="1" dirty="0"/>
              <a:t>within one full training run</a:t>
            </a:r>
            <a:r>
              <a:rPr lang="en-GB" sz="2000" dirty="0"/>
              <a:t>, not multiple epochs.</a:t>
            </a:r>
          </a:p>
          <a:p>
            <a:r>
              <a:rPr lang="en-GB" sz="2000" dirty="0" err="1"/>
              <a:t>OneCycleLR</a:t>
            </a:r>
            <a:r>
              <a:rPr lang="en-GB" sz="2000" dirty="0"/>
              <a:t> helps:</a:t>
            </a:r>
          </a:p>
          <a:p>
            <a:pPr lvl="1"/>
            <a:r>
              <a:rPr lang="en-GB" sz="2000" dirty="0"/>
              <a:t>Stabilize adversarial diffusion training</a:t>
            </a:r>
          </a:p>
          <a:p>
            <a:pPr lvl="1"/>
            <a:r>
              <a:rPr lang="en-GB" sz="2000" dirty="0"/>
              <a:t>Prevent exploding gradients in early epochs</a:t>
            </a:r>
          </a:p>
          <a:p>
            <a:pPr lvl="1"/>
            <a:r>
              <a:rPr lang="en-GB" sz="2000" dirty="0"/>
              <a:t>Improve convergence when using region-adaptive losses</a:t>
            </a:r>
          </a:p>
          <a:p>
            <a:pPr lvl="1"/>
            <a:r>
              <a:rPr lang="en-GB" sz="2000" dirty="0"/>
              <a:t>Speed up training when you cannot afford </a:t>
            </a:r>
            <a:r>
              <a:rPr lang="en-GB" sz="2000" b="1" dirty="0"/>
              <a:t>200k–300k diffusion steps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60110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E84E7-03EC-70B8-E958-A9F694A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800" dirty="0"/>
              <a:t>Performance</a:t>
            </a:r>
            <a:r>
              <a:rPr lang="en-US" sz="4800" b="1" dirty="0"/>
              <a:t> </a:t>
            </a:r>
            <a:r>
              <a:rPr lang="en-US" sz="4800" dirty="0"/>
              <a:t>Metrics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D00-4E93-72E2-6153-B4F498398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800" dirty="0"/>
              <a:t>DDADA aims to </a:t>
            </a:r>
            <a:r>
              <a:rPr lang="en-GB" sz="1800" b="1" dirty="0"/>
              <a:t>increase precision</a:t>
            </a:r>
            <a:r>
              <a:rPr lang="en-GB" sz="1800" dirty="0"/>
              <a:t> by reducing false positives.</a:t>
            </a:r>
          </a:p>
          <a:p>
            <a:r>
              <a:rPr lang="en-GB" sz="1800" dirty="0" err="1"/>
              <a:t>etector</a:t>
            </a:r>
            <a:r>
              <a:rPr lang="en-GB" sz="1800" dirty="0"/>
              <a:t>-Level Metrics (YOLOv5 Evaluation)</a:t>
            </a:r>
          </a:p>
          <a:p>
            <a:pPr lvl="1"/>
            <a:r>
              <a:rPr lang="en-GB" sz="1800" dirty="0"/>
              <a:t>Precision (P) </a:t>
            </a:r>
          </a:p>
          <a:p>
            <a:pPr lvl="1"/>
            <a:r>
              <a:rPr lang="en-GB" sz="1800" dirty="0"/>
              <a:t>Recall (R)</a:t>
            </a:r>
          </a:p>
          <a:p>
            <a:pPr lvl="1"/>
            <a:r>
              <a:rPr lang="en-GB" sz="1800" dirty="0"/>
              <a:t>F1 Score </a:t>
            </a:r>
          </a:p>
          <a:p>
            <a:r>
              <a:rPr lang="en-GB" sz="1800" dirty="0"/>
              <a:t>Generation-Level Metrics (Quality of Generated Samples)</a:t>
            </a:r>
          </a:p>
          <a:p>
            <a:pPr lvl="1"/>
            <a:r>
              <a:rPr lang="en-GB" sz="1800" dirty="0"/>
              <a:t>False Positive Score (FPS)</a:t>
            </a:r>
          </a:p>
          <a:p>
            <a:pPr lvl="1"/>
            <a:r>
              <a:rPr lang="en-GB" sz="1800" dirty="0"/>
              <a:t>Confidence of the Detector</a:t>
            </a:r>
          </a:p>
          <a:p>
            <a:pPr lvl="1"/>
            <a:r>
              <a:rPr lang="en-GB" sz="1800" dirty="0"/>
              <a:t>Realism of Generated Negatives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3063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2160D-91B3-5920-3E3E-618BD351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800" dirty="0"/>
              <a:t>Result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8B42-6938-0994-7A90-EAAC9E214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7"/>
            <a:ext cx="4766254" cy="3193041"/>
          </a:xfrm>
        </p:spPr>
        <p:txBody>
          <a:bodyPr anchor="t">
            <a:normAutofit/>
          </a:bodyPr>
          <a:lstStyle/>
          <a:p>
            <a:r>
              <a:rPr lang="en-GB" sz="1600" dirty="0"/>
              <a:t>Increase in detection confidence </a:t>
            </a:r>
            <a:r>
              <a:rPr lang="en-GB" sz="1600" dirty="0">
                <a:sym typeface="Wingdings" pitchFamily="2" charset="2"/>
              </a:rPr>
              <a:t></a:t>
            </a:r>
            <a:r>
              <a:rPr lang="en-GB" sz="1600" dirty="0"/>
              <a:t> making predictions more reliable </a:t>
            </a:r>
          </a:p>
          <a:p>
            <a:r>
              <a:rPr lang="en-GB" sz="1600" b="1" dirty="0"/>
              <a:t>Key Observation</a:t>
            </a:r>
          </a:p>
          <a:p>
            <a:pPr lvl="1"/>
            <a:r>
              <a:rPr lang="en-GB" sz="1600" dirty="0"/>
              <a:t>When use different </a:t>
            </a:r>
            <a:r>
              <a:rPr lang="el-GR" sz="1600" dirty="0"/>
              <a:t>α </a:t>
            </a:r>
            <a:r>
              <a:rPr lang="en-GB" sz="1600" dirty="0"/>
              <a:t>values for different anatomical regions to generates </a:t>
            </a:r>
            <a:r>
              <a:rPr lang="en-GB" sz="1600" b="1" dirty="0"/>
              <a:t>difficult background samples</a:t>
            </a:r>
            <a:r>
              <a:rPr lang="en-GB" sz="1600" dirty="0"/>
              <a:t> based on → dramatically reduces false positives.</a:t>
            </a:r>
          </a:p>
          <a:p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3A2B7A-4B85-9BAC-A513-E8F05B04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682" y="1499056"/>
            <a:ext cx="5536315" cy="2989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7D334A-F204-6D7D-A9C4-19929FBB5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58" t="19841" b="5519"/>
          <a:stretch/>
        </p:blipFill>
        <p:spPr>
          <a:xfrm>
            <a:off x="5675970" y="4973443"/>
            <a:ext cx="5744427" cy="1014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2875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57927-D6EB-CE79-9FEA-368AFD18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/>
              <a:t>Conclusion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AD2E-321D-4789-088D-E9AD1F3F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/>
              <a:t>DADA introduces a </a:t>
            </a:r>
            <a:r>
              <a:rPr lang="en-GB" sz="2200" b="1" dirty="0"/>
              <a:t>novel Framework</a:t>
            </a:r>
            <a:r>
              <a:rPr lang="en-GB" sz="2200" dirty="0"/>
              <a:t>: synthetic false-positive generation.</a:t>
            </a:r>
          </a:p>
          <a:p>
            <a:r>
              <a:rPr lang="en-GB" sz="2200" dirty="0"/>
              <a:t>Combines diffusion models + adversarial attacks + inpainting.</a:t>
            </a:r>
          </a:p>
          <a:p>
            <a:r>
              <a:rPr lang="en-GB" sz="2200" dirty="0"/>
              <a:t>Produces </a:t>
            </a:r>
            <a:r>
              <a:rPr lang="en-GB" sz="2200" b="1" dirty="0"/>
              <a:t>high-value negative samples</a:t>
            </a:r>
            <a:r>
              <a:rPr lang="en-GB" sz="2200" dirty="0"/>
              <a:t> that improve detector precision.</a:t>
            </a:r>
          </a:p>
          <a:p>
            <a:r>
              <a:rPr lang="en-GB" sz="2200" dirty="0"/>
              <a:t>Opens new direction for </a:t>
            </a:r>
            <a:r>
              <a:rPr lang="en-GB" sz="2200" b="1" dirty="0"/>
              <a:t>robust medical AI</a:t>
            </a:r>
            <a:r>
              <a:rPr lang="en-GB" sz="2200" dirty="0"/>
              <a:t>.</a:t>
            </a:r>
          </a:p>
          <a:p>
            <a:r>
              <a:rPr lang="en-GB" sz="2200" b="1" dirty="0"/>
              <a:t>limitation</a:t>
            </a:r>
          </a:p>
          <a:p>
            <a:pPr lvl="1"/>
            <a:r>
              <a:rPr lang="en-GB" sz="2200" dirty="0"/>
              <a:t>For the optimal result of DDPM requires close to 200k iterations, which means the diffusion-based training often ranges from 50,000–300,000 steps, computational demands that require high-end GPUs.</a:t>
            </a:r>
          </a:p>
          <a:p>
            <a:pPr lvl="1"/>
            <a:r>
              <a:rPr lang="en-GB" sz="2200" dirty="0"/>
              <a:t>In DADA framework BG-De trained for </a:t>
            </a:r>
            <a:r>
              <a:rPr lang="en-GB" sz="2200" b="1" dirty="0"/>
              <a:t>320k iterations</a:t>
            </a:r>
            <a:r>
              <a:rPr lang="en-GB" sz="2200" dirty="0"/>
              <a:t> on </a:t>
            </a:r>
            <a:r>
              <a:rPr lang="en-GB" sz="2200" b="1" dirty="0"/>
              <a:t>2× RTX 4090</a:t>
            </a:r>
            <a:endParaRPr lang="en-GB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8603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7813</TotalTime>
  <Words>1045</Words>
  <Application>Microsoft Macintosh PowerPoint</Application>
  <PresentationFormat>Widescreen</PresentationFormat>
  <Paragraphs>162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Space Grotesk</vt:lpstr>
      <vt:lpstr>Wingdings</vt:lpstr>
      <vt:lpstr>Office Theme 2013 - 2022</vt:lpstr>
      <vt:lpstr>Enhanced DADA Model for Polyps Detection</vt:lpstr>
      <vt:lpstr>Outline</vt:lpstr>
      <vt:lpstr>Introduction</vt:lpstr>
      <vt:lpstr>Literature Review</vt:lpstr>
      <vt:lpstr>Limitations</vt:lpstr>
      <vt:lpstr>Denoising Diffusion Probabilistic Models (DDPM)</vt:lpstr>
      <vt:lpstr>Background-only DDPM as the base negative generator</vt:lpstr>
      <vt:lpstr>Baseline Model and Challenges </vt:lpstr>
      <vt:lpstr>DADA Framework</vt:lpstr>
      <vt:lpstr>Core idea behind BG-De + DADA:</vt:lpstr>
      <vt:lpstr>PowerPoint Presentation</vt:lpstr>
      <vt:lpstr>Proposed Enhancements </vt:lpstr>
      <vt:lpstr>Datasets and Preprocessing</vt:lpstr>
      <vt:lpstr>Experiment Setup </vt:lpstr>
      <vt:lpstr>Loss Function</vt:lpstr>
      <vt:lpstr>Loss Function</vt:lpstr>
      <vt:lpstr>Adapt the Perturbation Factor</vt:lpstr>
      <vt:lpstr>OneCycleLR Scheduler</vt:lpstr>
      <vt:lpstr>Performance Metrics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DADA Model for Polyps Detection</dc:title>
  <dc:creator>Dalal Aldowaihi [ml18dama]</dc:creator>
  <cp:lastModifiedBy>Dalal Aldowaihi [ml18dama]</cp:lastModifiedBy>
  <cp:revision>6</cp:revision>
  <dcterms:created xsi:type="dcterms:W3CDTF">2025-11-21T16:48:44Z</dcterms:created>
  <dcterms:modified xsi:type="dcterms:W3CDTF">2025-11-27T18:22:35Z</dcterms:modified>
</cp:coreProperties>
</file>